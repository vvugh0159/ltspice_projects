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2" r:id="rId3"/>
    <p:sldId id="273" r:id="rId4"/>
    <p:sldId id="274" r:id="rId5"/>
    <p:sldId id="257" r:id="rId6"/>
    <p:sldId id="266" r:id="rId7"/>
    <p:sldId id="264" r:id="rId8"/>
    <p:sldId id="267" r:id="rId9"/>
    <p:sldId id="268" r:id="rId10"/>
    <p:sldId id="269" r:id="rId11"/>
    <p:sldId id="270" r:id="rId12"/>
    <p:sldId id="271" r:id="rId13"/>
    <p:sldId id="258" r:id="rId14"/>
    <p:sldId id="259" r:id="rId15"/>
    <p:sldId id="261" r:id="rId16"/>
    <p:sldId id="262" r:id="rId17"/>
    <p:sldId id="260" r:id="rId18"/>
    <p:sldId id="263" r:id="rId19"/>
    <p:sldId id="275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9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0" y="1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DCC93-C91F-4E11-B9D3-DA6EF89F3E6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D514F-2582-4E5D-A35F-F4CE7F0F1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89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69CD-985D-7AF7-8287-3994DDF6D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62D78-47DA-9354-5498-29CDB0DCB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D8876-3CF9-12F7-D242-FF02234B1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82D24-FBA1-E3D6-A180-7F015CEAC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D514F-2582-4E5D-A35F-F4CE7F0F1C9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07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31BF0-BDF8-D88C-AF04-2B71B765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BA02F-08A8-DE43-F144-46183C6A9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2F849-4662-94CB-A9B6-5920BCDAB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55407-3192-736C-8C7A-AFDB2A994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D514F-2582-4E5D-A35F-F4CE7F0F1C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88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ABE4E-4BB4-D9CB-4603-5BB92FD13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FCEC4-114E-F2E6-FCBD-DE935748B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A6001-3D7F-4162-E157-88EA5ACA7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640EE-E666-6EAB-D15A-912F2DAB5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D514F-2582-4E5D-A35F-F4CE7F0F1C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31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D514F-2582-4E5D-A35F-F4CE7F0F1C9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25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3545-550C-43A2-7A3F-4A2B0CFD7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53E6D-2042-C7BA-EA8E-0E9EFACFC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1C7311-375F-C227-4363-14EAF1E99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34BAB-76D5-5F81-00CB-F283E1395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D514F-2582-4E5D-A35F-F4CE7F0F1C9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71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A6CC9-99C9-F4EB-77DF-62F217270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C33F5-7AC5-106E-88DB-FE2947D51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EB8ED-99AF-4307-C2C6-F118FA5B2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50927-80DA-0824-658B-EEDEE187A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D514F-2582-4E5D-A35F-F4CE7F0F1C9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52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30FB-63BD-CBEB-A7ED-76D355281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951AA-F7F1-AC64-E538-9AD9F997C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E39DC-8684-EB54-50D7-25BFEB2E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065C1-3BB7-E920-33BB-EBA961F7D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801D1-9688-5C42-4C73-72A4F4B0A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9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7914C-A012-97BD-B9E0-6AA96D5EE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A0B9A-A04B-FE0A-9E62-E29A55DB9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02077-9494-E1A6-A412-7C840F86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04DBA-06E4-AA76-267D-D48F39D1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0746D-1D21-6AEC-7DE4-2DA3EF5A1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0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075F4-D25D-6695-959E-9311EEBE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1B2EA-826D-6EBC-68DA-5B11AE5CB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C6D73-8D04-83A2-713A-263E4BCA1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A12B1-4B2B-9EA0-373E-BD3AA052A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A8CDB-69C5-C879-AA42-41A46723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15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0BC0-2C68-E2AB-DD18-E09A1583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DCA81-4776-D6D3-FF64-2F67FE3B0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F754D-2D7B-B825-A523-C51893F2E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2F91E-B6DB-18FF-9620-27E30CAE1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561D2-9D80-0510-2F94-66FD7D1F9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F8021-47CC-BF29-CD2D-CB81EE28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09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5DB5-CA58-B5FA-6CB0-06D60AB2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96859-F4F2-11D9-1150-570B66CF6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D357C-41E0-0A7C-986D-5679298DC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101E9-147E-C016-CF21-E09CE7796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84708B-6AA3-882C-3B71-D4BB8BBC8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33819-8CC2-5377-C5AF-62C9BA42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69D61-348B-BC7C-F8AB-C492D830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7BFE65-4F32-1413-B9B6-1B8CC7CC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0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53013-557A-3B77-EF3E-A6B7F9120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89587-305E-70F1-6563-4C746B08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40008-1B2F-815B-1F7E-21675EA4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75DDF-55AD-3D78-3710-96340CD7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96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8231E-6A1C-0DB6-CC92-EA1A53C8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3DA15B-24AD-F0E8-C7E6-D65447F4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92B0A-120F-6812-2124-4B7AA499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38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213B-304C-EFCC-F58E-2DD6C4EF7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AF8C9-3758-8A07-1A4A-8DC2BFF5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7CECB-1EF6-CEBE-A2B4-2ACC395A4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A72A0-C338-40A5-2DB3-B9C45DC4C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230E0-7F37-10B2-FB2D-881BB265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22674-E8E8-7886-259A-6A087C43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7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86C6-3285-5D33-EFF8-53BB13299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F5FCDA-FA76-2D3A-208A-7EBAED110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96247-4A5A-1C2A-8F07-A9501827B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5143F-11AD-54CF-3DE2-4019AC9D3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168AB-CED1-9459-9430-5BC29FAE0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E0FF6-FC43-7657-BD20-0FAF4F8E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3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4CC3E-63DC-2E36-6A1F-D1C29159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33798-6679-00C5-67AD-F680F2DD2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8256-F167-DB25-5236-6AC3F16F1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21541-ACB2-7FA0-A6F4-B67B0F5E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5507B-3FB0-6682-B791-C832A77D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06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107B1D-4FE8-8F36-51D2-13C6F0374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65A9F-DC0D-DCCD-2BFA-13F3E9080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F6F82-CFED-074B-8CEB-111CA746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19477-66BB-4454-33BC-4C0BD5971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4C592-C84F-E5D4-567A-11332FDB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5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0FFDA-4589-7E8C-3DBD-179A1F053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3B403-CB91-3230-A3F0-3B71CCEF3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35AEF-DAAC-8830-3311-78AF86F45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90099-8FB0-41A5-926B-AC18A6870C0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6268-5BD4-BE59-0DC3-9367E9BE9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427DC-0EC4-47F3-DD6F-E5AB8B616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07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0.png"/><Relationship Id="rId5" Type="http://schemas.openxmlformats.org/officeDocument/2006/relationships/image" Target="../media/image411.png"/><Relationship Id="rId4" Type="http://schemas.openxmlformats.org/officeDocument/2006/relationships/image" Target="../media/image3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png"/><Relationship Id="rId18" Type="http://schemas.openxmlformats.org/officeDocument/2006/relationships/image" Target="../media/image181.png"/><Relationship Id="rId26" Type="http://schemas.openxmlformats.org/officeDocument/2006/relationships/image" Target="../media/image26.png"/><Relationship Id="rId39" Type="http://schemas.openxmlformats.org/officeDocument/2006/relationships/image" Target="../media/image39.png"/><Relationship Id="rId3" Type="http://schemas.openxmlformats.org/officeDocument/2006/relationships/image" Target="../media/image19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12" Type="http://schemas.openxmlformats.org/officeDocument/2006/relationships/image" Target="../media/image111.png"/><Relationship Id="rId17" Type="http://schemas.openxmlformats.org/officeDocument/2006/relationships/image" Target="../media/image171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1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10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15" Type="http://schemas.openxmlformats.org/officeDocument/2006/relationships/image" Target="../media/image151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openxmlformats.org/officeDocument/2006/relationships/image" Target="../media/image91.png"/><Relationship Id="rId19" Type="http://schemas.openxmlformats.org/officeDocument/2006/relationships/image" Target="../media/image191.png"/><Relationship Id="rId31" Type="http://schemas.openxmlformats.org/officeDocument/2006/relationships/image" Target="../media/image31.png"/><Relationship Id="rId9" Type="http://schemas.openxmlformats.org/officeDocument/2006/relationships/image" Target="../media/image86.png"/><Relationship Id="rId14" Type="http://schemas.openxmlformats.org/officeDocument/2006/relationships/image" Target="../media/image141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40.png"/><Relationship Id="rId21" Type="http://schemas.openxmlformats.org/officeDocument/2006/relationships/image" Target="../media/image53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43.png"/><Relationship Id="rId24" Type="http://schemas.openxmlformats.org/officeDocument/2006/relationships/image" Target="../media/image56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28" Type="http://schemas.openxmlformats.org/officeDocument/2006/relationships/image" Target="../media/image60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66.png"/><Relationship Id="rId3" Type="http://schemas.openxmlformats.org/officeDocument/2006/relationships/image" Target="../media/image61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64.png"/><Relationship Id="rId10" Type="http://schemas.openxmlformats.org/officeDocument/2006/relationships/image" Target="../media/image63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png"/><Relationship Id="rId18" Type="http://schemas.openxmlformats.org/officeDocument/2006/relationships/image" Target="../media/image220.png"/><Relationship Id="rId26" Type="http://schemas.openxmlformats.org/officeDocument/2006/relationships/image" Target="../media/image300.png"/><Relationship Id="rId39" Type="http://schemas.openxmlformats.org/officeDocument/2006/relationships/image" Target="../media/image430.png"/><Relationship Id="rId21" Type="http://schemas.openxmlformats.org/officeDocument/2006/relationships/image" Target="../media/image250.png"/><Relationship Id="rId34" Type="http://schemas.openxmlformats.org/officeDocument/2006/relationships/image" Target="../media/image380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0.png"/><Relationship Id="rId20" Type="http://schemas.openxmlformats.org/officeDocument/2006/relationships/image" Target="../media/image240.png"/><Relationship Id="rId29" Type="http://schemas.openxmlformats.org/officeDocument/2006/relationships/image" Target="../media/image73.png"/><Relationship Id="rId41" Type="http://schemas.openxmlformats.org/officeDocument/2006/relationships/image" Target="../media/image4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0.png"/><Relationship Id="rId11" Type="http://schemas.openxmlformats.org/officeDocument/2006/relationships/image" Target="../media/image72.png"/><Relationship Id="rId24" Type="http://schemas.openxmlformats.org/officeDocument/2006/relationships/image" Target="../media/image280.png"/><Relationship Id="rId32" Type="http://schemas.openxmlformats.org/officeDocument/2006/relationships/image" Target="../media/image360.png"/><Relationship Id="rId37" Type="http://schemas.openxmlformats.org/officeDocument/2006/relationships/image" Target="../media/image410.png"/><Relationship Id="rId40" Type="http://schemas.openxmlformats.org/officeDocument/2006/relationships/image" Target="../media/image440.png"/><Relationship Id="rId5" Type="http://schemas.openxmlformats.org/officeDocument/2006/relationships/image" Target="../media/image90.png"/><Relationship Id="rId15" Type="http://schemas.openxmlformats.org/officeDocument/2006/relationships/image" Target="../media/image190.png"/><Relationship Id="rId23" Type="http://schemas.openxmlformats.org/officeDocument/2006/relationships/image" Target="../media/image270.png"/><Relationship Id="rId28" Type="http://schemas.openxmlformats.org/officeDocument/2006/relationships/image" Target="../media/image320.png"/><Relationship Id="rId36" Type="http://schemas.openxmlformats.org/officeDocument/2006/relationships/image" Target="../media/image400.png"/><Relationship Id="rId10" Type="http://schemas.openxmlformats.org/officeDocument/2006/relationships/image" Target="../media/image140.png"/><Relationship Id="rId19" Type="http://schemas.openxmlformats.org/officeDocument/2006/relationships/image" Target="../media/image230.png"/><Relationship Id="rId31" Type="http://schemas.openxmlformats.org/officeDocument/2006/relationships/image" Target="../media/image74.png"/><Relationship Id="rId4" Type="http://schemas.openxmlformats.org/officeDocument/2006/relationships/image" Target="../media/image80.png"/><Relationship Id="rId9" Type="http://schemas.openxmlformats.org/officeDocument/2006/relationships/image" Target="../media/image71.png"/><Relationship Id="rId14" Type="http://schemas.openxmlformats.org/officeDocument/2006/relationships/image" Target="../media/image180.png"/><Relationship Id="rId22" Type="http://schemas.openxmlformats.org/officeDocument/2006/relationships/image" Target="../media/image260.png"/><Relationship Id="rId27" Type="http://schemas.openxmlformats.org/officeDocument/2006/relationships/image" Target="../media/image310.png"/><Relationship Id="rId30" Type="http://schemas.openxmlformats.org/officeDocument/2006/relationships/image" Target="../media/image52.png"/><Relationship Id="rId35" Type="http://schemas.openxmlformats.org/officeDocument/2006/relationships/image" Target="../media/image390.png"/><Relationship Id="rId8" Type="http://schemas.openxmlformats.org/officeDocument/2006/relationships/image" Target="../media/image120.png"/><Relationship Id="rId3" Type="http://schemas.openxmlformats.org/officeDocument/2006/relationships/image" Target="../media/image19.png"/><Relationship Id="rId12" Type="http://schemas.openxmlformats.org/officeDocument/2006/relationships/image" Target="../media/image160.png"/><Relationship Id="rId17" Type="http://schemas.openxmlformats.org/officeDocument/2006/relationships/image" Target="../media/image210.png"/><Relationship Id="rId25" Type="http://schemas.openxmlformats.org/officeDocument/2006/relationships/image" Target="../media/image290.png"/><Relationship Id="rId33" Type="http://schemas.openxmlformats.org/officeDocument/2006/relationships/image" Target="../media/image370.png"/><Relationship Id="rId38" Type="http://schemas.openxmlformats.org/officeDocument/2006/relationships/image" Target="../media/image4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0.png"/><Relationship Id="rId18" Type="http://schemas.openxmlformats.org/officeDocument/2006/relationships/image" Target="../media/image220.png"/><Relationship Id="rId26" Type="http://schemas.openxmlformats.org/officeDocument/2006/relationships/image" Target="../media/image490.png"/><Relationship Id="rId21" Type="http://schemas.openxmlformats.org/officeDocument/2006/relationships/image" Target="../media/image250.png"/><Relationship Id="rId12" Type="http://schemas.openxmlformats.org/officeDocument/2006/relationships/image" Target="../media/image160.png"/><Relationship Id="rId17" Type="http://schemas.openxmlformats.org/officeDocument/2006/relationships/image" Target="../media/image210.png"/><Relationship Id="rId25" Type="http://schemas.openxmlformats.org/officeDocument/2006/relationships/image" Target="../media/image48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00.png"/><Relationship Id="rId20" Type="http://schemas.openxmlformats.org/officeDocument/2006/relationships/image" Target="../media/image471.png"/><Relationship Id="rId29" Type="http://schemas.openxmlformats.org/officeDocument/2006/relationships/image" Target="../media/image520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150.png"/><Relationship Id="rId24" Type="http://schemas.openxmlformats.org/officeDocument/2006/relationships/image" Target="../media/image470.png"/><Relationship Id="rId15" Type="http://schemas.openxmlformats.org/officeDocument/2006/relationships/image" Target="../media/image190.png"/><Relationship Id="rId23" Type="http://schemas.openxmlformats.org/officeDocument/2006/relationships/image" Target="../media/image270.png"/><Relationship Id="rId28" Type="http://schemas.openxmlformats.org/officeDocument/2006/relationships/image" Target="../media/image75.png"/><Relationship Id="rId10" Type="http://schemas.openxmlformats.org/officeDocument/2006/relationships/image" Target="../media/image460.png"/><Relationship Id="rId19" Type="http://schemas.openxmlformats.org/officeDocument/2006/relationships/image" Target="../media/image230.png"/><Relationship Id="rId31" Type="http://schemas.openxmlformats.org/officeDocument/2006/relationships/image" Target="../media/image540.png"/><Relationship Id="rId9" Type="http://schemas.openxmlformats.org/officeDocument/2006/relationships/image" Target="../media/image130.png"/><Relationship Id="rId14" Type="http://schemas.openxmlformats.org/officeDocument/2006/relationships/image" Target="../media/image180.png"/><Relationship Id="rId22" Type="http://schemas.openxmlformats.org/officeDocument/2006/relationships/image" Target="../media/image260.png"/><Relationship Id="rId27" Type="http://schemas.openxmlformats.org/officeDocument/2006/relationships/image" Target="../media/image500.png"/><Relationship Id="rId30" Type="http://schemas.openxmlformats.org/officeDocument/2006/relationships/image" Target="../media/image53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png"/><Relationship Id="rId18" Type="http://schemas.openxmlformats.org/officeDocument/2006/relationships/image" Target="../media/image580.png"/><Relationship Id="rId3" Type="http://schemas.openxmlformats.org/officeDocument/2006/relationships/image" Target="../media/image550.png"/><Relationship Id="rId12" Type="http://schemas.openxmlformats.org/officeDocument/2006/relationships/image" Target="../media/image160.png"/><Relationship Id="rId17" Type="http://schemas.openxmlformats.org/officeDocument/2006/relationships/image" Target="../media/image57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60.png"/><Relationship Id="rId1" Type="http://schemas.openxmlformats.org/officeDocument/2006/relationships/slideLayout" Target="../slideLayouts/slideLayout6.xml"/><Relationship Id="rId15" Type="http://schemas.openxmlformats.org/officeDocument/2006/relationships/image" Target="../media/image190.png"/><Relationship Id="rId14" Type="http://schemas.openxmlformats.org/officeDocument/2006/relationships/image" Target="../media/image18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10.png"/></Relationships>
</file>

<file path=ppt/slides/_rels/slide1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20.png"/><Relationship Id="rId13" Type="http://schemas.openxmlformats.org/officeDocument/2006/relationships/image" Target="../media/image170.png"/><Relationship Id="rId26" Type="http://schemas.openxmlformats.org/officeDocument/2006/relationships/image" Target="../media/image690.png"/><Relationship Id="rId39" Type="http://schemas.openxmlformats.org/officeDocument/2006/relationships/image" Target="../media/image78.png"/><Relationship Id="rId21" Type="http://schemas.openxmlformats.org/officeDocument/2006/relationships/image" Target="../media/image640.png"/><Relationship Id="rId34" Type="http://schemas.openxmlformats.org/officeDocument/2006/relationships/image" Target="../media/image730.png"/><Relationship Id="rId17" Type="http://schemas.openxmlformats.org/officeDocument/2006/relationships/image" Target="../media/image210.png"/><Relationship Id="rId12" Type="http://schemas.openxmlformats.org/officeDocument/2006/relationships/image" Target="../media/image160.png"/><Relationship Id="rId25" Type="http://schemas.openxmlformats.org/officeDocument/2006/relationships/image" Target="../media/image680.png"/><Relationship Id="rId33" Type="http://schemas.openxmlformats.org/officeDocument/2006/relationships/image" Target="../media/image720.png"/><Relationship Id="rId7" Type="http://schemas.openxmlformats.org/officeDocument/2006/relationships/image" Target="../media/image110.png"/><Relationship Id="rId38" Type="http://schemas.openxmlformats.org/officeDocument/2006/relationships/image" Target="../media/image770.png"/><Relationship Id="rId2" Type="http://schemas.openxmlformats.org/officeDocument/2006/relationships/image" Target="../media/image77.png"/><Relationship Id="rId16" Type="http://schemas.openxmlformats.org/officeDocument/2006/relationships/image" Target="../media/image200.png"/><Relationship Id="rId20" Type="http://schemas.openxmlformats.org/officeDocument/2006/relationships/image" Target="../media/image630.png"/><Relationship Id="rId29" Type="http://schemas.openxmlformats.org/officeDocument/2006/relationships/image" Target="../media/image170.png"/><Relationship Id="rId1" Type="http://schemas.openxmlformats.org/officeDocument/2006/relationships/slideLayout" Target="../slideLayouts/slideLayout6.xml"/><Relationship Id="rId24" Type="http://schemas.openxmlformats.org/officeDocument/2006/relationships/image" Target="../media/image670.png"/><Relationship Id="rId32" Type="http://schemas.openxmlformats.org/officeDocument/2006/relationships/image" Target="../media/image710.png"/><Relationship Id="rId6" Type="http://schemas.openxmlformats.org/officeDocument/2006/relationships/image" Target="../media/image100.png"/><Relationship Id="rId37" Type="http://schemas.openxmlformats.org/officeDocument/2006/relationships/image" Target="../media/image760.png"/><Relationship Id="rId15" Type="http://schemas.openxmlformats.org/officeDocument/2006/relationships/image" Target="../media/image190.png"/><Relationship Id="rId23" Type="http://schemas.openxmlformats.org/officeDocument/2006/relationships/image" Target="../media/image660.png"/><Relationship Id="rId28" Type="http://schemas.openxmlformats.org/officeDocument/2006/relationships/image" Target="../media/image160.png"/><Relationship Id="rId5" Type="http://schemas.openxmlformats.org/officeDocument/2006/relationships/image" Target="../media/image90.png"/><Relationship Id="rId36" Type="http://schemas.openxmlformats.org/officeDocument/2006/relationships/image" Target="../media/image750.png"/><Relationship Id="rId19" Type="http://schemas.openxmlformats.org/officeDocument/2006/relationships/image" Target="../media/image230.png"/><Relationship Id="rId31" Type="http://schemas.openxmlformats.org/officeDocument/2006/relationships/image" Target="../media/image190.png"/><Relationship Id="rId14" Type="http://schemas.openxmlformats.org/officeDocument/2006/relationships/image" Target="../media/image180.png"/><Relationship Id="rId22" Type="http://schemas.openxmlformats.org/officeDocument/2006/relationships/image" Target="../media/image650.png"/><Relationship Id="rId27" Type="http://schemas.openxmlformats.org/officeDocument/2006/relationships/image" Target="../media/image700.png"/><Relationship Id="rId30" Type="http://schemas.openxmlformats.org/officeDocument/2006/relationships/image" Target="../media/image180.png"/><Relationship Id="rId4" Type="http://schemas.openxmlformats.org/officeDocument/2006/relationships/image" Target="../media/image80.png"/><Relationship Id="rId35" Type="http://schemas.openxmlformats.org/officeDocument/2006/relationships/image" Target="../media/image7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26" Type="http://schemas.openxmlformats.org/officeDocument/2006/relationships/image" Target="../media/image26.png"/><Relationship Id="rId13" Type="http://schemas.openxmlformats.org/officeDocument/2006/relationships/image" Target="../media/image131.png"/><Relationship Id="rId21" Type="http://schemas.openxmlformats.org/officeDocument/2006/relationships/image" Target="../media/image21.png"/><Relationship Id="rId25" Type="http://schemas.openxmlformats.org/officeDocument/2006/relationships/image" Target="../media/image25.png"/><Relationship Id="rId12" Type="http://schemas.openxmlformats.org/officeDocument/2006/relationships/image" Target="../media/image111.png"/><Relationship Id="rId29" Type="http://schemas.openxmlformats.org/officeDocument/2006/relationships/image" Target="../media/image83.png"/><Relationship Id="rId1" Type="http://schemas.openxmlformats.org/officeDocument/2006/relationships/slideLayout" Target="../slideLayouts/slideLayout6.xml"/><Relationship Id="rId24" Type="http://schemas.openxmlformats.org/officeDocument/2006/relationships/image" Target="../media/image79.png"/><Relationship Id="rId11" Type="http://schemas.openxmlformats.org/officeDocument/2006/relationships/image" Target="../media/image101.png"/><Relationship Id="rId23" Type="http://schemas.openxmlformats.org/officeDocument/2006/relationships/image" Target="../media/image23.png"/><Relationship Id="rId28" Type="http://schemas.openxmlformats.org/officeDocument/2006/relationships/image" Target="../media/image82.png"/><Relationship Id="rId15" Type="http://schemas.openxmlformats.org/officeDocument/2006/relationships/image" Target="../media/image151.png"/><Relationship Id="rId31" Type="http://schemas.openxmlformats.org/officeDocument/2006/relationships/image" Target="../media/image85.png"/><Relationship Id="rId22" Type="http://schemas.openxmlformats.org/officeDocument/2006/relationships/image" Target="../media/image22.png"/><Relationship Id="rId27" Type="http://schemas.openxmlformats.org/officeDocument/2006/relationships/image" Target="../media/image81.png"/><Relationship Id="rId30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213AD-5CD7-45CE-0758-612763E40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46349"/>
            <a:ext cx="9144000" cy="963613"/>
          </a:xfrm>
        </p:spPr>
        <p:txBody>
          <a:bodyPr/>
          <a:lstStyle/>
          <a:p>
            <a:r>
              <a:rPr lang="en-US" dirty="0"/>
              <a:t>Power Electronics 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ED039-A715-62AB-A871-FBF77114E5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Vien Vu</a:t>
            </a:r>
          </a:p>
        </p:txBody>
      </p:sp>
    </p:spTree>
    <p:extLst>
      <p:ext uri="{BB962C8B-B14F-4D97-AF65-F5344CB8AC3E}">
        <p14:creationId xmlns:p14="http://schemas.microsoft.com/office/powerpoint/2010/main" val="953719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94">
            <a:extLst>
              <a:ext uri="{FF2B5EF4-FFF2-40B4-BE49-F238E27FC236}">
                <a16:creationId xmlns:a16="http://schemas.microsoft.com/office/drawing/2014/main" id="{34B7F3A6-D4D2-285A-83A9-2DB260D54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Transformers with Multiple Windings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399D206-455B-3C61-2A4A-E4E6B0D55603}"/>
              </a:ext>
            </a:extLst>
          </p:cNvPr>
          <p:cNvGrpSpPr/>
          <p:nvPr/>
        </p:nvGrpSpPr>
        <p:grpSpPr>
          <a:xfrm>
            <a:off x="8413196" y="340092"/>
            <a:ext cx="3373975" cy="6177816"/>
            <a:chOff x="7884876" y="340092"/>
            <a:chExt cx="3373975" cy="6177816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1BAF30B2-39B4-3412-A50A-C7222B1BAEBD}"/>
                </a:ext>
              </a:extLst>
            </p:cNvPr>
            <p:cNvGrpSpPr/>
            <p:nvPr/>
          </p:nvGrpSpPr>
          <p:grpSpPr>
            <a:xfrm>
              <a:off x="7884876" y="340092"/>
              <a:ext cx="3373975" cy="6177816"/>
              <a:chOff x="7884876" y="340092"/>
              <a:chExt cx="3373975" cy="6177816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34324D33-2BB4-0DA0-574F-CD75F1497CFE}"/>
                  </a:ext>
                </a:extLst>
              </p:cNvPr>
              <p:cNvGrpSpPr/>
              <p:nvPr/>
            </p:nvGrpSpPr>
            <p:grpSpPr>
              <a:xfrm>
                <a:off x="7884876" y="340092"/>
                <a:ext cx="3373975" cy="6177816"/>
                <a:chOff x="7691836" y="295644"/>
                <a:chExt cx="3373975" cy="6177816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7BB38C52-E9AF-15AC-995A-8AB710DDDF23}"/>
                    </a:ext>
                  </a:extLst>
                </p:cNvPr>
                <p:cNvGrpSpPr/>
                <p:nvPr/>
              </p:nvGrpSpPr>
              <p:grpSpPr>
                <a:xfrm>
                  <a:off x="7691836" y="295644"/>
                  <a:ext cx="3373975" cy="6177816"/>
                  <a:chOff x="7229556" y="376924"/>
                  <a:chExt cx="3373975" cy="6177816"/>
                </a:xfrm>
              </p:grpSpPr>
              <p:grpSp>
                <p:nvGrpSpPr>
                  <p:cNvPr id="88" name="Group 87">
                    <a:extLst>
                      <a:ext uri="{FF2B5EF4-FFF2-40B4-BE49-F238E27FC236}">
                        <a16:creationId xmlns:a16="http://schemas.microsoft.com/office/drawing/2014/main" id="{CCA41385-C0B2-C5B6-8BEF-768B1EE5A352}"/>
                      </a:ext>
                    </a:extLst>
                  </p:cNvPr>
                  <p:cNvGrpSpPr/>
                  <p:nvPr/>
                </p:nvGrpSpPr>
                <p:grpSpPr>
                  <a:xfrm>
                    <a:off x="7229556" y="376924"/>
                    <a:ext cx="3373975" cy="6177816"/>
                    <a:chOff x="7229556" y="376924"/>
                    <a:chExt cx="3373975" cy="6177816"/>
                  </a:xfrm>
                </p:grpSpPr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F7908E84-7B52-998B-8AEE-B7D8B9D09D0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29556" y="443480"/>
                      <a:ext cx="2881211" cy="6111260"/>
                      <a:chOff x="7120795" y="550151"/>
                      <a:chExt cx="2881211" cy="611126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56D6575F-D4B0-D02D-7DC2-EF3117D7371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20795" y="550151"/>
                        <a:ext cx="2881211" cy="6111260"/>
                        <a:chOff x="7120795" y="550151"/>
                        <a:chExt cx="2881211" cy="6111260"/>
                      </a:xfrm>
                    </p:grpSpPr>
                    <p:sp>
                      <p:nvSpPr>
                        <p:cNvPr id="8" name="TextBox 7">
                          <a:extLst>
                            <a:ext uri="{FF2B5EF4-FFF2-40B4-BE49-F238E27FC236}">
                              <a16:creationId xmlns:a16="http://schemas.microsoft.com/office/drawing/2014/main" id="{682983DE-EF8A-6445-2B8F-1E642FA362D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120795" y="3421668"/>
                          <a:ext cx="444954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V</a:t>
                          </a:r>
                          <a:r>
                            <a:rPr lang="en-US" baseline="-25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p:txBody>
                    </p:sp>
                    <p:grpSp>
                      <p:nvGrpSpPr>
                        <p:cNvPr id="52" name="Group 51">
                          <a:extLst>
                            <a:ext uri="{FF2B5EF4-FFF2-40B4-BE49-F238E27FC236}">
                              <a16:creationId xmlns:a16="http://schemas.microsoft.com/office/drawing/2014/main" id="{D356DC24-8F34-899C-02AA-DEC64F00C88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152099" y="550151"/>
                          <a:ext cx="2849907" cy="6111260"/>
                          <a:chOff x="7152099" y="550151"/>
                          <a:chExt cx="2849907" cy="6111260"/>
                        </a:xfrm>
                      </p:grpSpPr>
                      <p:sp>
                        <p:nvSpPr>
                          <p:cNvPr id="11" name="Plus Sign 10">
                            <a:extLst>
                              <a:ext uri="{FF2B5EF4-FFF2-40B4-BE49-F238E27FC236}">
                                <a16:creationId xmlns:a16="http://schemas.microsoft.com/office/drawing/2014/main" id="{DAE24629-D808-793A-3C78-D37EEDB38B9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152099" y="2889098"/>
                            <a:ext cx="243840" cy="243840"/>
                          </a:xfrm>
                          <a:prstGeom prst="mathPlus">
                            <a:avLst/>
                          </a:prstGeom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12" name="Minus Sign 11">
                            <a:extLst>
                              <a:ext uri="{FF2B5EF4-FFF2-40B4-BE49-F238E27FC236}">
                                <a16:creationId xmlns:a16="http://schemas.microsoft.com/office/drawing/2014/main" id="{A1280CC4-349F-041E-5D34-2E1AAE1736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152099" y="4154335"/>
                            <a:ext cx="243840" cy="243840"/>
                          </a:xfrm>
                          <a:prstGeom prst="mathMinus">
                            <a:avLst/>
                          </a:prstGeom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grpSp>
                        <p:nvGrpSpPr>
                          <p:cNvPr id="51" name="Group 50">
                            <a:extLst>
                              <a:ext uri="{FF2B5EF4-FFF2-40B4-BE49-F238E27FC236}">
                                <a16:creationId xmlns:a16="http://schemas.microsoft.com/office/drawing/2014/main" id="{8BC0FD31-1C9B-6E01-963F-6300ABA6FF2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510715" y="550151"/>
                            <a:ext cx="2491291" cy="6111260"/>
                            <a:chOff x="7510715" y="550151"/>
                            <a:chExt cx="2491291" cy="6111260"/>
                          </a:xfrm>
                        </p:grpSpPr>
                        <p:grpSp>
                          <p:nvGrpSpPr>
                            <p:cNvPr id="40" name="Group 39">
                              <a:extLst>
                                <a:ext uri="{FF2B5EF4-FFF2-40B4-BE49-F238E27FC236}">
                                  <a16:creationId xmlns:a16="http://schemas.microsoft.com/office/drawing/2014/main" id="{6C705D2D-66CC-0803-D36B-2B9CF07CD75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510715" y="550151"/>
                              <a:ext cx="2491291" cy="6111260"/>
                              <a:chOff x="7510715" y="550151"/>
                              <a:chExt cx="2491291" cy="6111260"/>
                            </a:xfrm>
                          </p:grpSpPr>
                          <p:grpSp>
                            <p:nvGrpSpPr>
                              <p:cNvPr id="38" name="Group 37">
                                <a:extLst>
                                  <a:ext uri="{FF2B5EF4-FFF2-40B4-BE49-F238E27FC236}">
                                    <a16:creationId xmlns:a16="http://schemas.microsoft.com/office/drawing/2014/main" id="{2E1DDBF1-56E6-6F5B-E4D4-41395EA68EAD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510715" y="550151"/>
                                <a:ext cx="2491291" cy="6111260"/>
                                <a:chOff x="7510715" y="550151"/>
                                <a:chExt cx="2491291" cy="6111260"/>
                              </a:xfrm>
                            </p:grpSpPr>
                            <p:grpSp>
                              <p:nvGrpSpPr>
                                <p:cNvPr id="35" name="Group 34">
                                  <a:extLst>
                                    <a:ext uri="{FF2B5EF4-FFF2-40B4-BE49-F238E27FC236}">
                                      <a16:creationId xmlns:a16="http://schemas.microsoft.com/office/drawing/2014/main" id="{A68E451F-43C0-40C5-D5A2-51FCBC7EC4B0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510715" y="550151"/>
                                  <a:ext cx="2491291" cy="6111260"/>
                                  <a:chOff x="7510715" y="550151"/>
                                  <a:chExt cx="2491291" cy="6111260"/>
                                </a:xfrm>
                              </p:grpSpPr>
                              <p:grpSp>
                                <p:nvGrpSpPr>
                                  <p:cNvPr id="33" name="Group 32">
                                    <a:extLst>
                                      <a:ext uri="{FF2B5EF4-FFF2-40B4-BE49-F238E27FC236}">
                                        <a16:creationId xmlns:a16="http://schemas.microsoft.com/office/drawing/2014/main" id="{F6F763CB-BBEF-7168-1DE1-89F9664E2D5A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510715" y="550151"/>
                                    <a:ext cx="2491291" cy="6111260"/>
                                    <a:chOff x="7510715" y="550151"/>
                                    <a:chExt cx="2491291" cy="6111260"/>
                                  </a:xfrm>
                                </p:grpSpPr>
                                <p:grpSp>
                                  <p:nvGrpSpPr>
                                    <p:cNvPr id="31" name="Group 30">
                                      <a:extLst>
                                        <a:ext uri="{FF2B5EF4-FFF2-40B4-BE49-F238E27FC236}">
                                          <a16:creationId xmlns:a16="http://schemas.microsoft.com/office/drawing/2014/main" id="{4CB429F1-5C0D-7158-CAC7-3ED72B8CF1FB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7510715" y="550151"/>
                                      <a:ext cx="2491291" cy="6111260"/>
                                      <a:chOff x="7510715" y="550151"/>
                                      <a:chExt cx="2491291" cy="6111260"/>
                                    </a:xfrm>
                                  </p:grpSpPr>
                                  <p:grpSp>
                                    <p:nvGrpSpPr>
                                      <p:cNvPr id="28" name="Group 27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33FB6500-9922-DB60-17AC-E819CFF68448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7510715" y="550151"/>
                                        <a:ext cx="2491291" cy="6111260"/>
                                        <a:chOff x="7510715" y="550151"/>
                                        <a:chExt cx="2491291" cy="6111260"/>
                                      </a:xfrm>
                                    </p:grpSpPr>
                                    <p:grpSp>
                                      <p:nvGrpSpPr>
                                        <p:cNvPr id="25" name="Group 24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F8A4A62D-97C0-9C82-03E6-AB21E05673E2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7510715" y="550151"/>
                                          <a:ext cx="2491291" cy="6111260"/>
                                          <a:chOff x="7510715" y="550151"/>
                                          <a:chExt cx="2491291" cy="6111260"/>
                                        </a:xfrm>
                                      </p:grpSpPr>
                                      <p:grpSp>
                                        <p:nvGrpSpPr>
                                          <p:cNvPr id="16" name="Group 15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8081FE04-0800-1E6C-7C1A-C02EEBBB239C}"/>
                                              </a:ext>
                                            </a:extLst>
                                          </p:cNvPr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7510715" y="551257"/>
                                            <a:ext cx="2491291" cy="6110154"/>
                                            <a:chOff x="7510715" y="551257"/>
                                            <a:chExt cx="2491291" cy="6110154"/>
                                          </a:xfrm>
                                        </p:grpSpPr>
                                        <p:pic>
                                          <p:nvPicPr>
                                            <p:cNvPr id="7" name="Picture 6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C8A8636F-A2D8-8CBE-0E37-B1C8A4B57050}"/>
                                                </a:ext>
                                              </a:extLst>
                                            </p:cNvPr>
                                            <p:cNvPicPr>
                                              <a:picLocks noChangeAspect="1"/>
                                            </p:cNvPicPr>
                                            <p:nvPr/>
                                          </p:nvPicPr>
                                          <p:blipFill>
                                            <a:blip r:embed="rId2"/>
                                            <a:stretch>
                                              <a:fillRect/>
                                            </a:stretch>
                                          </p:blipFill>
                                          <p:spPr>
                                            <a:xfrm>
                                              <a:off x="7525002" y="551257"/>
                                              <a:ext cx="2477004" cy="6110154"/>
                                            </a:xfrm>
                                            <a:prstGeom prst="rect">
                                              <a:avLst/>
                                            </a:prstGeom>
                                          </p:spPr>
                                        </p:pic>
                                        <p:sp>
                                          <p:nvSpPr>
                                            <p:cNvPr id="9" name="Oval 8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57E7A3C3-E97D-2B05-7207-E2B0D9D416D4}"/>
                                                </a:ext>
                                              </a:extLst>
                                            </p:cNvPr>
                                            <p:cNvSpPr/>
                                            <p:nvPr/>
                                          </p:nvSpPr>
                                          <p:spPr>
                                            <a:xfrm>
                                              <a:off x="7510715" y="2955984"/>
                                              <a:ext cx="110068" cy="110068"/>
                                            </a:xfrm>
                                            <a:prstGeom prst="ellipse">
                                              <a:avLst/>
                                            </a:prstGeom>
                                            <a:solidFill>
                                              <a:schemeClr val="bg1"/>
                                            </a:solidFill>
                                            <a:ln>
                                              <a:solidFill>
                                                <a:schemeClr val="tx1"/>
                                              </a:solidFill>
                                            </a:ln>
                                          </p:spPr>
                                          <p:style>
                                            <a:lnRef idx="2">
                                              <a:schemeClr val="accent1">
                                                <a:shade val="15000"/>
                                              </a:schemeClr>
                                            </a:lnRef>
                                            <a:fillRef idx="1">
                                              <a:schemeClr val="accent1"/>
                                            </a:fillRef>
                                            <a:effectRef idx="0">
                                              <a:schemeClr val="accent1"/>
                                            </a:effectRef>
                                            <a:fontRef idx="minor">
                                              <a:schemeClr val="lt1"/>
                                            </a:fontRef>
                                          </p:style>
                                          <p:txBody>
                                            <a:bodyPr rtlCol="0" anchor="ctr"/>
                                            <a:lstStyle/>
                                            <a:p>
                                              <a:pPr algn="ctr"/>
                                              <a:endParaRPr 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3" name="Oval 12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96FE3472-8F55-E56B-4ABA-BCA78DFBB0BF}"/>
                                                </a:ext>
                                              </a:extLst>
                                            </p:cNvPr>
                                            <p:cNvSpPr/>
                                            <p:nvPr/>
                                          </p:nvSpPr>
                                          <p:spPr>
                                            <a:xfrm>
                                              <a:off x="7510715" y="4221221"/>
                                              <a:ext cx="110068" cy="110068"/>
                                            </a:xfrm>
                                            <a:prstGeom prst="ellipse">
                                              <a:avLst/>
                                            </a:prstGeom>
                                            <a:solidFill>
                                              <a:schemeClr val="bg1"/>
                                            </a:solidFill>
                                            <a:ln>
                                              <a:solidFill>
                                                <a:schemeClr val="tx1"/>
                                              </a:solidFill>
                                            </a:ln>
                                          </p:spPr>
                                          <p:style>
                                            <a:lnRef idx="2">
                                              <a:schemeClr val="accent1">
                                                <a:shade val="15000"/>
                                              </a:schemeClr>
                                            </a:lnRef>
                                            <a:fillRef idx="1">
                                              <a:schemeClr val="accent1"/>
                                            </a:fillRef>
                                            <a:effectRef idx="0">
                                              <a:schemeClr val="accent1"/>
                                            </a:effectRef>
                                            <a:fontRef idx="minor">
                                              <a:schemeClr val="lt1"/>
                                            </a:fontRef>
                                          </p:style>
                                          <p:txBody>
                                            <a:bodyPr rtlCol="0" anchor="ctr"/>
                                            <a:lstStyle/>
                                            <a:p>
                                              <a:pPr algn="ctr"/>
                                              <a:endParaRPr lang="en-US"/>
                                            </a:p>
                                          </p:txBody>
                                        </p:sp>
                                      </p:grpSp>
                                      <p:sp>
                                        <p:nvSpPr>
                                          <p:cNvPr id="17" name="Oval 16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A45C2AC0-46F3-32F1-B2EC-A31ADBE1D84C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9891938" y="550151"/>
                                            <a:ext cx="110068" cy="110068"/>
                                          </a:xfrm>
                                          <a:prstGeom prst="ellipse">
                                            <a:avLst/>
                                          </a:prstGeom>
                                          <a:solidFill>
                                            <a:schemeClr val="bg1"/>
                                          </a:solidFill>
                                          <a:ln>
                                            <a:solidFill>
                                              <a:schemeClr val="tx1"/>
                                            </a:solidFill>
                                          </a:ln>
                                        </p:spPr>
                                        <p:style>
                                          <a:lnRef idx="2">
                                            <a:schemeClr val="accent1">
                                              <a:shade val="15000"/>
                                            </a:schemeClr>
                                          </a:lnRef>
                                          <a:fillRef idx="1">
                                            <a:schemeClr val="accent1"/>
                                          </a:fillRef>
                                          <a:effectRef idx="0">
                                            <a:schemeClr val="accent1"/>
                                          </a:effectRef>
                                          <a:fontRef idx="minor">
                                            <a:schemeClr val="lt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endParaRPr lang="en-US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18" name="Oval 17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6762BE6A-1987-8794-AA88-DB5E43E3CA92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9891938" y="1815388"/>
                                            <a:ext cx="110068" cy="110068"/>
                                          </a:xfrm>
                                          <a:prstGeom prst="ellipse">
                                            <a:avLst/>
                                          </a:prstGeom>
                                          <a:solidFill>
                                            <a:schemeClr val="bg1"/>
                                          </a:solidFill>
                                          <a:ln>
                                            <a:solidFill>
                                              <a:schemeClr val="tx1"/>
                                            </a:solidFill>
                                          </a:ln>
                                        </p:spPr>
                                        <p:style>
                                          <a:lnRef idx="2">
                                            <a:schemeClr val="accent1">
                                              <a:shade val="15000"/>
                                            </a:schemeClr>
                                          </a:lnRef>
                                          <a:fillRef idx="1">
                                            <a:schemeClr val="accent1"/>
                                          </a:fillRef>
                                          <a:effectRef idx="0">
                                            <a:schemeClr val="accent1"/>
                                          </a:effectRef>
                                          <a:fontRef idx="minor">
                                            <a:schemeClr val="lt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endParaRPr lang="en-US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23" name="Oval 22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69C33D03-2169-276E-3E0B-A97AD019FAD6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9891938" y="2108729"/>
                                            <a:ext cx="110068" cy="110068"/>
                                          </a:xfrm>
                                          <a:prstGeom prst="ellipse">
                                            <a:avLst/>
                                          </a:prstGeom>
                                          <a:solidFill>
                                            <a:schemeClr val="bg1"/>
                                          </a:solidFill>
                                          <a:ln>
                                            <a:solidFill>
                                              <a:schemeClr val="tx1"/>
                                            </a:solidFill>
                                          </a:ln>
                                        </p:spPr>
                                        <p:style>
                                          <a:lnRef idx="2">
                                            <a:schemeClr val="accent1">
                                              <a:shade val="15000"/>
                                            </a:schemeClr>
                                          </a:lnRef>
                                          <a:fillRef idx="1">
                                            <a:schemeClr val="accent1"/>
                                          </a:fillRef>
                                          <a:effectRef idx="0">
                                            <a:schemeClr val="accent1"/>
                                          </a:effectRef>
                                          <a:fontRef idx="minor">
                                            <a:schemeClr val="lt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endParaRPr lang="en-US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24" name="Oval 23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E5C52CE5-A6F4-1F9F-1078-02FFEC1AF62E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9891938" y="3373966"/>
                                            <a:ext cx="110068" cy="110068"/>
                                          </a:xfrm>
                                          <a:prstGeom prst="ellipse">
                                            <a:avLst/>
                                          </a:prstGeom>
                                          <a:solidFill>
                                            <a:schemeClr val="bg1"/>
                                          </a:solidFill>
                                          <a:ln>
                                            <a:solidFill>
                                              <a:schemeClr val="tx1"/>
                                            </a:solidFill>
                                          </a:ln>
                                        </p:spPr>
                                        <p:style>
                                          <a:lnRef idx="2">
                                            <a:schemeClr val="accent1">
                                              <a:shade val="15000"/>
                                            </a:schemeClr>
                                          </a:lnRef>
                                          <a:fillRef idx="1">
                                            <a:schemeClr val="accent1"/>
                                          </a:fillRef>
                                          <a:effectRef idx="0">
                                            <a:schemeClr val="accent1"/>
                                          </a:effectRef>
                                          <a:fontRef idx="minor">
                                            <a:schemeClr val="lt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endParaRPr lang="en-US"/>
                                          </a:p>
                                        </p:txBody>
                                      </p:sp>
                                    </p:grpSp>
                                    <p:sp>
                                      <p:nvSpPr>
                                        <p:cNvPr id="26" name="Oval 25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35532E49-01A2-74BD-FB65-902BACF8B024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9891938" y="3651068"/>
                                          <a:ext cx="110068" cy="110068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bg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  <p:sp>
                                      <p:nvSpPr>
                                        <p:cNvPr id="27" name="Oval 2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21EF35F7-038E-F4E4-6B6C-9DA2220D4C4B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9891938" y="4916305"/>
                                          <a:ext cx="110068" cy="110068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bg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29" name="Oval 28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6EE7EF2F-45E7-3706-9C1E-25E0CE934EBB}"/>
                                          </a:ext>
                                        </a:extLst>
                                      </p:cNvPr>
                                      <p:cNvSpPr/>
                                      <p:nvPr/>
                                    </p:nvSpPr>
                                    <p:spPr>
                                      <a:xfrm>
                                        <a:off x="9891938" y="5205672"/>
                                        <a:ext cx="110068" cy="110068"/>
                                      </a:xfrm>
                                      <a:prstGeom prst="ellipse">
                                        <a:avLst/>
                                      </a:prstGeom>
                                      <a:solidFill>
                                        <a:schemeClr val="bg1"/>
                                      </a:solidFill>
                                      <a:ln>
                                        <a:solidFill>
                                          <a:schemeClr val="tx1"/>
                                        </a:solidFill>
                                      </a:ln>
                                    </p:spPr>
                                    <p:style>
                                      <a:lnRef idx="2">
                                        <a:schemeClr val="accent1">
                                          <a:shade val="15000"/>
                                        </a:schemeClr>
                                      </a:lnRef>
                                      <a:fillRef idx="1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lt1"/>
                                      </a:fontRef>
                                    </p:style>
                                    <p:txBody>
                                      <a:bodyPr rtlCol="0" anchor="ctr"/>
                                      <a:lstStyle/>
                                      <a:p>
                                        <a:pPr algn="ctr"/>
                                        <a:endParaRPr lang="en-US"/>
                                      </a:p>
                                    </p:txBody>
                                  </p:sp>
                                  <p:sp>
                                    <p:nvSpPr>
                                      <p:cNvPr id="30" name="Oval 29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73CE43E6-49C0-F895-A74F-67B5BCE14642}"/>
                                          </a:ext>
                                        </a:extLst>
                                      </p:cNvPr>
                                      <p:cNvSpPr/>
                                      <p:nvPr/>
                                    </p:nvSpPr>
                                    <p:spPr>
                                      <a:xfrm>
                                        <a:off x="9891938" y="6470909"/>
                                        <a:ext cx="110068" cy="110068"/>
                                      </a:xfrm>
                                      <a:prstGeom prst="ellipse">
                                        <a:avLst/>
                                      </a:prstGeom>
                                      <a:solidFill>
                                        <a:schemeClr val="bg1"/>
                                      </a:solidFill>
                                      <a:ln>
                                        <a:solidFill>
                                          <a:schemeClr val="tx1"/>
                                        </a:solidFill>
                                      </a:ln>
                                    </p:spPr>
                                    <p:style>
                                      <a:lnRef idx="2">
                                        <a:schemeClr val="accent1">
                                          <a:shade val="15000"/>
                                        </a:schemeClr>
                                      </a:lnRef>
                                      <a:fillRef idx="1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lt1"/>
                                      </a:fontRef>
                                    </p:style>
                                    <p:txBody>
                                      <a:bodyPr rtlCol="0" anchor="ctr"/>
                                      <a:lstStyle/>
                                      <a:p>
                                        <a:pPr algn="ctr"/>
                                        <a:endParaRPr lang="en-US"/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32" name="Oval 31">
                                      <a:extLst>
                                        <a:ext uri="{FF2B5EF4-FFF2-40B4-BE49-F238E27FC236}">
                                          <a16:creationId xmlns:a16="http://schemas.microsoft.com/office/drawing/2014/main" id="{2B911CDE-873E-3644-6D99-9300D0641D35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7992142" y="3234327"/>
                                      <a:ext cx="102583" cy="102583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tx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34" name="Oval 33">
                                    <a:extLst>
                                      <a:ext uri="{FF2B5EF4-FFF2-40B4-BE49-F238E27FC236}">
                                        <a16:creationId xmlns:a16="http://schemas.microsoft.com/office/drawing/2014/main" id="{A092851E-C06D-B991-C82F-0597F853458E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9403618" y="2400457"/>
                                    <a:ext cx="102583" cy="102583"/>
                                  </a:xfrm>
                                  <a:prstGeom prst="ellipse">
                                    <a:avLst/>
                                  </a:prstGeom>
                                  <a:solidFill>
                                    <a:schemeClr val="tx1"/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36" name="Oval 35">
                                  <a:extLst>
                                    <a:ext uri="{FF2B5EF4-FFF2-40B4-BE49-F238E27FC236}">
                                      <a16:creationId xmlns:a16="http://schemas.microsoft.com/office/drawing/2014/main" id="{57357F96-08B3-AA82-2824-99CBDCE8A31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9454910" y="3942951"/>
                                  <a:ext cx="102583" cy="102583"/>
                                </a:xfrm>
                                <a:prstGeom prst="ellipse">
                                  <a:avLst/>
                                </a:prstGeom>
                                <a:solidFill>
                                  <a:schemeClr val="tx1"/>
                                </a:solidFill>
                                <a:ln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37" name="Oval 36">
                                  <a:extLst>
                                    <a:ext uri="{FF2B5EF4-FFF2-40B4-BE49-F238E27FC236}">
                                      <a16:creationId xmlns:a16="http://schemas.microsoft.com/office/drawing/2014/main" id="{C3369349-8424-BD0F-329C-9D14E93773E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9454910" y="5485445"/>
                                  <a:ext cx="102583" cy="102583"/>
                                </a:xfrm>
                                <a:prstGeom prst="ellipse">
                                  <a:avLst/>
                                </a:prstGeom>
                                <a:solidFill>
                                  <a:schemeClr val="tx1"/>
                                </a:solidFill>
                                <a:ln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39" name="Oval 38">
                                <a:extLst>
                                  <a:ext uri="{FF2B5EF4-FFF2-40B4-BE49-F238E27FC236}">
                                    <a16:creationId xmlns:a16="http://schemas.microsoft.com/office/drawing/2014/main" id="{2112E06E-A0C6-CA15-100B-A5E5BF3A2C6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403618" y="826159"/>
                                <a:ext cx="102583" cy="102583"/>
                              </a:xfrm>
                              <a:prstGeom prst="ellipse">
                                <a:avLst/>
                              </a:prstGeom>
                              <a:solidFill>
                                <a:schemeClr val="tx1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49" name="Group 48">
                              <a:extLst>
                                <a:ext uri="{FF2B5EF4-FFF2-40B4-BE49-F238E27FC236}">
                                  <a16:creationId xmlns:a16="http://schemas.microsoft.com/office/drawing/2014/main" id="{2C055A84-681A-583C-B92F-5272264045E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8719815" y="594331"/>
                              <a:ext cx="80146" cy="5938232"/>
                              <a:chOff x="8884886" y="593801"/>
                              <a:chExt cx="80146" cy="5938232"/>
                            </a:xfrm>
                          </p:grpSpPr>
                          <p:cxnSp>
                            <p:nvCxnSpPr>
                              <p:cNvPr id="41" name="Straight Connector 40">
                                <a:extLst>
                                  <a:ext uri="{FF2B5EF4-FFF2-40B4-BE49-F238E27FC236}">
                                    <a16:creationId xmlns:a16="http://schemas.microsoft.com/office/drawing/2014/main" id="{7A5ED244-38E1-39F9-8CA6-90F75209FADB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8884886" y="593801"/>
                                <a:ext cx="0" cy="5931612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42" name="Straight Connector 41">
                                <a:extLst>
                                  <a:ext uri="{FF2B5EF4-FFF2-40B4-BE49-F238E27FC236}">
                                    <a16:creationId xmlns:a16="http://schemas.microsoft.com/office/drawing/2014/main" id="{48B6E06E-D952-2D94-C648-A1C789D62D41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8965032" y="604655"/>
                                <a:ext cx="0" cy="5927378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</p:grpSp>
                  </p:grpSp>
                  <p:grpSp>
                    <p:nvGrpSpPr>
                      <p:cNvPr id="60" name="Group 59">
                        <a:extLst>
                          <a:ext uri="{FF2B5EF4-FFF2-40B4-BE49-F238E27FC236}">
                            <a16:creationId xmlns:a16="http://schemas.microsoft.com/office/drawing/2014/main" id="{3F706E41-0903-E048-D668-413AC54578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56916" y="3132938"/>
                        <a:ext cx="360540" cy="382367"/>
                        <a:chOff x="7664450" y="2612898"/>
                        <a:chExt cx="360540" cy="382367"/>
                      </a:xfrm>
                    </p:grpSpPr>
                    <p:cxnSp>
                      <p:nvCxnSpPr>
                        <p:cNvPr id="54" name="Straight Arrow Connector 53">
                          <a:extLst>
                            <a:ext uri="{FF2B5EF4-FFF2-40B4-BE49-F238E27FC236}">
                              <a16:creationId xmlns:a16="http://schemas.microsoft.com/office/drawing/2014/main" id="{3E5C0F6C-2032-E728-6254-C5773918BC6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664450" y="2666780"/>
                          <a:ext cx="360540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5" name="TextBox 54">
                          <a:extLst>
                            <a:ext uri="{FF2B5EF4-FFF2-40B4-BE49-F238E27FC236}">
                              <a16:creationId xmlns:a16="http://schemas.microsoft.com/office/drawing/2014/main" id="{3D8C1700-17AE-C665-0582-6965C0BCE35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691967" y="2612898"/>
                          <a:ext cx="333023" cy="38236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i</a:t>
                          </a:r>
                          <a:r>
                            <a:rPr lang="en-US" baseline="-25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73" name="Group 72">
                      <a:extLst>
                        <a:ext uri="{FF2B5EF4-FFF2-40B4-BE49-F238E27FC236}">
                          <a16:creationId xmlns:a16="http://schemas.microsoft.com/office/drawing/2014/main" id="{44B27A00-B548-CFAB-3E8D-E34E9D8803E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50973" y="5173103"/>
                      <a:ext cx="364719" cy="382367"/>
                      <a:chOff x="3484738" y="3453041"/>
                      <a:chExt cx="364719" cy="382367"/>
                    </a:xfrm>
                  </p:grpSpPr>
                  <p:cxnSp>
                    <p:nvCxnSpPr>
                      <p:cNvPr id="74" name="Straight Arrow Connector 73">
                        <a:extLst>
                          <a:ext uri="{FF2B5EF4-FFF2-40B4-BE49-F238E27FC236}">
                            <a16:creationId xmlns:a16="http://schemas.microsoft.com/office/drawing/2014/main" id="{9B1C8CFB-745F-EFD2-6EF7-4E60C11B4BA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3484738" y="3523151"/>
                        <a:ext cx="276225" cy="0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5" name="TextBox 74">
                        <a:extLst>
                          <a:ext uri="{FF2B5EF4-FFF2-40B4-BE49-F238E27FC236}">
                            <a16:creationId xmlns:a16="http://schemas.microsoft.com/office/drawing/2014/main" id="{51086A4A-C600-2755-1EBA-49E55BF4BD0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16434" y="3453041"/>
                        <a:ext cx="333023" cy="38236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 err="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i</a:t>
                        </a:r>
                        <a:r>
                          <a:rPr lang="en-US" baseline="-25000" dirty="0" err="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k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6" name="TextBox 75">
                      <a:extLst>
                        <a:ext uri="{FF2B5EF4-FFF2-40B4-BE49-F238E27FC236}">
                          <a16:creationId xmlns:a16="http://schemas.microsoft.com/office/drawing/2014/main" id="{B219424C-7C69-4479-0D73-479C4BBFAA9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58577" y="909494"/>
                      <a:ext cx="4449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77" name="Plus Sign 76">
                      <a:extLst>
                        <a:ext uri="{FF2B5EF4-FFF2-40B4-BE49-F238E27FC236}">
                          <a16:creationId xmlns:a16="http://schemas.microsoft.com/office/drawing/2014/main" id="{03C71B2C-901B-9FA2-EB98-92B7D98FD0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9881" y="376924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8" name="Minus Sign 77">
                      <a:extLst>
                        <a:ext uri="{FF2B5EF4-FFF2-40B4-BE49-F238E27FC236}">
                          <a16:creationId xmlns:a16="http://schemas.microsoft.com/office/drawing/2014/main" id="{9DAFD9F7-B019-F5D5-348D-A8EACC0010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9881" y="1642161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9" name="TextBox 78">
                      <a:extLst>
                        <a:ext uri="{FF2B5EF4-FFF2-40B4-BE49-F238E27FC236}">
                          <a16:creationId xmlns:a16="http://schemas.microsoft.com/office/drawing/2014/main" id="{B1475794-AA4F-5B75-EF5F-DEEE6873CC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57622" y="2467742"/>
                      <a:ext cx="4449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p:txBody>
                </p:sp>
                <p:sp>
                  <p:nvSpPr>
                    <p:cNvPr id="80" name="Plus Sign 79">
                      <a:extLst>
                        <a:ext uri="{FF2B5EF4-FFF2-40B4-BE49-F238E27FC236}">
                          <a16:creationId xmlns:a16="http://schemas.microsoft.com/office/drawing/2014/main" id="{644AC1DF-EB7A-DBBA-C8D1-F5C1E4EF95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8926" y="1935172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1" name="Minus Sign 80">
                      <a:extLst>
                        <a:ext uri="{FF2B5EF4-FFF2-40B4-BE49-F238E27FC236}">
                          <a16:creationId xmlns:a16="http://schemas.microsoft.com/office/drawing/2014/main" id="{E182DB0C-7585-AC43-BCAD-CEED31BF7D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8926" y="3200409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2" name="TextBox 81">
                      <a:extLst>
                        <a:ext uri="{FF2B5EF4-FFF2-40B4-BE49-F238E27FC236}">
                          <a16:creationId xmlns:a16="http://schemas.microsoft.com/office/drawing/2014/main" id="{BA8B8BD7-E3CA-B8A9-6E8D-1E91C38030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57622" y="4011203"/>
                      <a:ext cx="4449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p:txBody>
                </p:sp>
                <p:sp>
                  <p:nvSpPr>
                    <p:cNvPr id="83" name="Plus Sign 82">
                      <a:extLst>
                        <a:ext uri="{FF2B5EF4-FFF2-40B4-BE49-F238E27FC236}">
                          <a16:creationId xmlns:a16="http://schemas.microsoft.com/office/drawing/2014/main" id="{A3D2AC6A-D438-6734-8B56-FC237C6AEF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8926" y="3478633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4" name="Minus Sign 83">
                      <a:extLst>
                        <a:ext uri="{FF2B5EF4-FFF2-40B4-BE49-F238E27FC236}">
                          <a16:creationId xmlns:a16="http://schemas.microsoft.com/office/drawing/2014/main" id="{83E94F2F-49AD-F854-69C0-3173B1F738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8926" y="4743870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442EC128-4D3C-52AC-C688-64CC10213DE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56093" y="5571305"/>
                      <a:ext cx="4449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  <a:endParaRPr lang="en-US" baseline="-25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6" name="Plus Sign 85">
                      <a:extLst>
                        <a:ext uri="{FF2B5EF4-FFF2-40B4-BE49-F238E27FC236}">
                          <a16:creationId xmlns:a16="http://schemas.microsoft.com/office/drawing/2014/main" id="{617A77F3-8B3C-6B7F-F284-147C25E29B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7397" y="5038735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7" name="Minus Sign 86">
                      <a:extLst>
                        <a:ext uri="{FF2B5EF4-FFF2-40B4-BE49-F238E27FC236}">
                          <a16:creationId xmlns:a16="http://schemas.microsoft.com/office/drawing/2014/main" id="{CED74C4A-DFB3-F25F-C3AD-C3353948F5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7397" y="6303972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24750ADC-2EC8-BE0E-881A-F544B0AEC96F}"/>
                      </a:ext>
                    </a:extLst>
                  </p:cNvPr>
                  <p:cNvGrpSpPr/>
                  <p:nvPr/>
                </p:nvGrpSpPr>
                <p:grpSpPr>
                  <a:xfrm>
                    <a:off x="9655531" y="542421"/>
                    <a:ext cx="364719" cy="382367"/>
                    <a:chOff x="3579813" y="3467528"/>
                    <a:chExt cx="364719" cy="382367"/>
                  </a:xfrm>
                </p:grpSpPr>
                <p:cxnSp>
                  <p:nvCxnSpPr>
                    <p:cNvPr id="62" name="Straight Arrow Connector 61">
                      <a:extLst>
                        <a:ext uri="{FF2B5EF4-FFF2-40B4-BE49-F238E27FC236}">
                          <a16:creationId xmlns:a16="http://schemas.microsoft.com/office/drawing/2014/main" id="{96B645B4-F3AA-37AB-1B14-890444B02E7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579813" y="3537638"/>
                      <a:ext cx="27622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6A4AE978-4A73-D21D-6CAE-8ECF8E9CD3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1509" y="3467528"/>
                      <a:ext cx="333023" cy="3823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65993999-5347-672C-E53F-764F7E597934}"/>
                      </a:ext>
                    </a:extLst>
                  </p:cNvPr>
                  <p:cNvGrpSpPr/>
                  <p:nvPr/>
                </p:nvGrpSpPr>
                <p:grpSpPr>
                  <a:xfrm>
                    <a:off x="9654450" y="2126801"/>
                    <a:ext cx="364719" cy="382367"/>
                    <a:chOff x="3579813" y="3467528"/>
                    <a:chExt cx="364719" cy="382367"/>
                  </a:xfrm>
                </p:grpSpPr>
                <p:cxnSp>
                  <p:nvCxnSpPr>
                    <p:cNvPr id="68" name="Straight Arrow Connector 67">
                      <a:extLst>
                        <a:ext uri="{FF2B5EF4-FFF2-40B4-BE49-F238E27FC236}">
                          <a16:creationId xmlns:a16="http://schemas.microsoft.com/office/drawing/2014/main" id="{95097FB0-9C3B-2B0C-15AA-619C323EED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579813" y="3537638"/>
                      <a:ext cx="27622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9" name="TextBox 68">
                      <a:extLst>
                        <a:ext uri="{FF2B5EF4-FFF2-40B4-BE49-F238E27FC236}">
                          <a16:creationId xmlns:a16="http://schemas.microsoft.com/office/drawing/2014/main" id="{7BB5C187-5869-B143-381D-27427D0A3C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1509" y="3467528"/>
                      <a:ext cx="333023" cy="3823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p:txBody>
                </p:sp>
              </p:grpSp>
              <p:grpSp>
                <p:nvGrpSpPr>
                  <p:cNvPr id="70" name="Group 69">
                    <a:extLst>
                      <a:ext uri="{FF2B5EF4-FFF2-40B4-BE49-F238E27FC236}">
                        <a16:creationId xmlns:a16="http://schemas.microsoft.com/office/drawing/2014/main" id="{C756A1D6-99E8-EB50-6389-ABC6D72AC4C5}"/>
                      </a:ext>
                    </a:extLst>
                  </p:cNvPr>
                  <p:cNvGrpSpPr/>
                  <p:nvPr/>
                </p:nvGrpSpPr>
                <p:grpSpPr>
                  <a:xfrm>
                    <a:off x="9654450" y="3628616"/>
                    <a:ext cx="364719" cy="382367"/>
                    <a:chOff x="3579813" y="3467528"/>
                    <a:chExt cx="364719" cy="382367"/>
                  </a:xfrm>
                </p:grpSpPr>
                <p:cxnSp>
                  <p:nvCxnSpPr>
                    <p:cNvPr id="71" name="Straight Arrow Connector 70">
                      <a:extLst>
                        <a:ext uri="{FF2B5EF4-FFF2-40B4-BE49-F238E27FC236}">
                          <a16:creationId xmlns:a16="http://schemas.microsoft.com/office/drawing/2014/main" id="{E9C3D6C0-7BFF-99BC-EC1D-FB18C7EBA1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579813" y="3537638"/>
                      <a:ext cx="27622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73F9A895-CB50-6694-5578-8BA805ED98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1509" y="3467528"/>
                      <a:ext cx="333023" cy="3823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p:txBody>
                </p:sp>
              </p:grpSp>
            </p:grp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22495DDA-0C72-33A1-D27D-920788D7257D}"/>
                    </a:ext>
                  </a:extLst>
                </p:cNvPr>
                <p:cNvGrpSpPr/>
                <p:nvPr/>
              </p:nvGrpSpPr>
              <p:grpSpPr>
                <a:xfrm>
                  <a:off x="10228505" y="4823357"/>
                  <a:ext cx="45719" cy="225349"/>
                  <a:chOff x="3838781" y="3659913"/>
                  <a:chExt cx="45721" cy="225359"/>
                </a:xfrm>
              </p:grpSpPr>
              <p:sp>
                <p:nvSpPr>
                  <p:cNvPr id="90" name="Oval 89">
                    <a:extLst>
                      <a:ext uri="{FF2B5EF4-FFF2-40B4-BE49-F238E27FC236}">
                        <a16:creationId xmlns:a16="http://schemas.microsoft.com/office/drawing/2014/main" id="{5265CA23-1A3F-B2D4-EAF1-4DCD7F55D718}"/>
                      </a:ext>
                    </a:extLst>
                  </p:cNvPr>
                  <p:cNvSpPr/>
                  <p:nvPr/>
                </p:nvSpPr>
                <p:spPr>
                  <a:xfrm>
                    <a:off x="3838783" y="3659913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1" name="Oval 90">
                    <a:extLst>
                      <a:ext uri="{FF2B5EF4-FFF2-40B4-BE49-F238E27FC236}">
                        <a16:creationId xmlns:a16="http://schemas.microsoft.com/office/drawing/2014/main" id="{8516F1C4-33E9-A9B3-BD5A-51C6C0449D20}"/>
                      </a:ext>
                    </a:extLst>
                  </p:cNvPr>
                  <p:cNvSpPr/>
                  <p:nvPr/>
                </p:nvSpPr>
                <p:spPr>
                  <a:xfrm>
                    <a:off x="3838782" y="3755000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2" name="Oval 91">
                    <a:extLst>
                      <a:ext uri="{FF2B5EF4-FFF2-40B4-BE49-F238E27FC236}">
                        <a16:creationId xmlns:a16="http://schemas.microsoft.com/office/drawing/2014/main" id="{5A555604-0E49-FF48-5EC7-3A1691F9C944}"/>
                      </a:ext>
                    </a:extLst>
                  </p:cNvPr>
                  <p:cNvSpPr/>
                  <p:nvPr/>
                </p:nvSpPr>
                <p:spPr>
                  <a:xfrm>
                    <a:off x="3838781" y="3839553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A90BF00-CB9E-9107-3DC2-4EF6A99307F1}"/>
                  </a:ext>
                </a:extLst>
              </p:cNvPr>
              <p:cNvSpPr txBox="1"/>
              <p:nvPr/>
            </p:nvSpPr>
            <p:spPr>
              <a:xfrm>
                <a:off x="9081692" y="3285497"/>
                <a:ext cx="482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80824E3-157D-D1FA-A89C-6B79C24AB2E9}"/>
                  </a:ext>
                </a:extLst>
              </p:cNvPr>
              <p:cNvSpPr txBox="1"/>
              <p:nvPr/>
            </p:nvSpPr>
            <p:spPr>
              <a:xfrm>
                <a:off x="9584354" y="911048"/>
                <a:ext cx="482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C288093-48F9-ABD5-A553-0290E78C0C3C}"/>
                  </a:ext>
                </a:extLst>
              </p:cNvPr>
              <p:cNvSpPr txBox="1"/>
              <p:nvPr/>
            </p:nvSpPr>
            <p:spPr>
              <a:xfrm>
                <a:off x="9584354" y="2412177"/>
                <a:ext cx="482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65458A82-BE59-A115-3AA8-610814F7C3B6}"/>
                  </a:ext>
                </a:extLst>
              </p:cNvPr>
              <p:cNvSpPr txBox="1"/>
              <p:nvPr/>
            </p:nvSpPr>
            <p:spPr>
              <a:xfrm>
                <a:off x="9584346" y="3975822"/>
                <a:ext cx="482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C7F026E-3876-5486-241D-AD5F1F710CDA}"/>
                  </a:ext>
                </a:extLst>
              </p:cNvPr>
              <p:cNvSpPr txBox="1"/>
              <p:nvPr/>
            </p:nvSpPr>
            <p:spPr>
              <a:xfrm>
                <a:off x="9582748" y="5478402"/>
                <a:ext cx="482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endPara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6DB732F3-D671-56CE-8A46-64036F006813}"/>
                </a:ext>
              </a:extLst>
            </p:cNvPr>
            <p:cNvGrpSpPr/>
            <p:nvPr/>
          </p:nvGrpSpPr>
          <p:grpSpPr>
            <a:xfrm>
              <a:off x="9750422" y="4345597"/>
              <a:ext cx="48889" cy="1132252"/>
              <a:chOff x="6814743" y="4910922"/>
              <a:chExt cx="48889" cy="1132252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B035E164-6557-A6B3-8CC8-EA11106DE511}"/>
                  </a:ext>
                </a:extLst>
              </p:cNvPr>
              <p:cNvSpPr/>
              <p:nvPr/>
            </p:nvSpPr>
            <p:spPr>
              <a:xfrm>
                <a:off x="6814747" y="4910922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5717CD85-9C01-C823-EC4F-BA460D065391}"/>
                  </a:ext>
                </a:extLst>
              </p:cNvPr>
              <p:cNvSpPr/>
              <p:nvPr/>
            </p:nvSpPr>
            <p:spPr>
              <a:xfrm>
                <a:off x="6814745" y="5090554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39698B84-31CF-528E-6B33-73820DC0D12D}"/>
                  </a:ext>
                </a:extLst>
              </p:cNvPr>
              <p:cNvSpPr/>
              <p:nvPr/>
            </p:nvSpPr>
            <p:spPr>
              <a:xfrm>
                <a:off x="6814746" y="5280720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EA745703-6521-AAED-3315-43A7F6051866}"/>
                  </a:ext>
                </a:extLst>
              </p:cNvPr>
              <p:cNvSpPr/>
              <p:nvPr/>
            </p:nvSpPr>
            <p:spPr>
              <a:xfrm>
                <a:off x="6814745" y="5460352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25CEEC1-3851-F48F-9D08-FB7B1324A588}"/>
                  </a:ext>
                </a:extLst>
              </p:cNvPr>
              <p:cNvSpPr/>
              <p:nvPr/>
            </p:nvSpPr>
            <p:spPr>
              <a:xfrm>
                <a:off x="6814743" y="5639984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8E695C61-B5FF-125B-DB94-341F6DABF150}"/>
                  </a:ext>
                </a:extLst>
              </p:cNvPr>
              <p:cNvSpPr/>
              <p:nvPr/>
            </p:nvSpPr>
            <p:spPr>
              <a:xfrm>
                <a:off x="6814744" y="5830150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9FD80029-9773-62F3-0FA2-6F5B97B5F4BB}"/>
                  </a:ext>
                </a:extLst>
              </p:cNvPr>
              <p:cNvSpPr/>
              <p:nvPr/>
            </p:nvSpPr>
            <p:spPr>
              <a:xfrm>
                <a:off x="6817915" y="5997457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B6359BEB-FBAE-7D1C-2F6F-722187BFAD47}"/>
                  </a:ext>
                </a:extLst>
              </p:cNvPr>
              <p:cNvSpPr txBox="1"/>
              <p:nvPr/>
            </p:nvSpPr>
            <p:spPr>
              <a:xfrm>
                <a:off x="1077685" y="3267588"/>
                <a:ext cx="1200447" cy="348249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1600" dirty="0">
                    <a:ea typeface="Cambria Math" panose="02040503050406030204" pitchFamily="18" charset="0"/>
                  </a:rPr>
                  <a:t>.</a:t>
                </a:r>
              </a:p>
              <a:p>
                <a:pPr algn="ctr"/>
                <a:r>
                  <a:rPr lang="en-US" sz="1600" dirty="0">
                    <a:ea typeface="Cambria Math" panose="02040503050406030204" pitchFamily="18" charset="0"/>
                  </a:rPr>
                  <a:t>.</a:t>
                </a:r>
              </a:p>
              <a:p>
                <a:pPr algn="ctr"/>
                <a:r>
                  <a:rPr lang="en-US" sz="1600" dirty="0">
                    <a:ea typeface="Cambria Math" panose="02040503050406030204" pitchFamily="18" charset="0"/>
                  </a:rPr>
                  <a:t>.</a:t>
                </a:r>
              </a:p>
              <a:p>
                <a:pPr algn="ctr"/>
                <a:r>
                  <a:rPr lang="en-US" sz="1600" dirty="0">
                    <a:ea typeface="Cambria Math" panose="02040503050406030204" pitchFamily="18" charset="0"/>
                  </a:rPr>
                  <a:t>.</a:t>
                </a: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B6359BEB-FBAE-7D1C-2F6F-722187BFA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685" y="3267588"/>
                <a:ext cx="1200447" cy="34824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F980CA6B-37D5-BE1B-83E5-5BB746C7418A}"/>
                  </a:ext>
                </a:extLst>
              </p:cNvPr>
              <p:cNvSpPr txBox="1"/>
              <p:nvPr/>
            </p:nvSpPr>
            <p:spPr>
              <a:xfrm>
                <a:off x="0" y="963032"/>
                <a:ext cx="4673600" cy="1841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Multi-Winding, Ideal Transformer Voltage Relations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Assuming constant cross-sectional area, infinitely high core permeability µ</a:t>
                </a:r>
                <a:r>
                  <a:rPr lang="en-US" sz="1200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ensures that magnetic flux density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Magnetic flux density linking turns in all the windings is constant,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∅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Linked flux in k-</a:t>
                </a:r>
                <a:r>
                  <a:rPr lang="en-US" sz="12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Winding:	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λ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en-US" sz="120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∅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Faraday’s Law: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𝑑𝑡</m:t>
                        </m:r>
                      </m:den>
                    </m:f>
                    <m:r>
                      <a:rPr lang="en-US" sz="1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  <m:f>
                      <m:f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∅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F980CA6B-37D5-BE1B-83E5-5BB746C74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63032"/>
                <a:ext cx="4673600" cy="1841017"/>
              </a:xfrm>
              <a:prstGeom prst="rect">
                <a:avLst/>
              </a:prstGeom>
              <a:blipFill>
                <a:blip r:embed="rId4"/>
                <a:stretch>
                  <a:fillRect t="-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A66C356-7A57-B015-2226-D2193AECCE27}"/>
                  </a:ext>
                </a:extLst>
              </p:cNvPr>
              <p:cNvSpPr txBox="1"/>
              <p:nvPr/>
            </p:nvSpPr>
            <p:spPr>
              <a:xfrm>
                <a:off x="4673600" y="959264"/>
                <a:ext cx="302631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Multi-Winding, Ideal Transformer Current Relations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Ideal Transformer is 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LOSSLESS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Instantaneous Power Dissipation in k-</a:t>
                </a:r>
                <a:r>
                  <a:rPr lang="en-US" sz="12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winding: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Total Power Dissipation (=0):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…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A66C356-7A57-B015-2226-D2193AECC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0" y="959264"/>
                <a:ext cx="3026312" cy="2308324"/>
              </a:xfrm>
              <a:prstGeom prst="rect">
                <a:avLst/>
              </a:prstGeom>
              <a:blipFill>
                <a:blip r:embed="rId5"/>
                <a:stretch>
                  <a:fillRect l="-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DE58E3DE-72CB-0999-4BC3-E586F6625575}"/>
                  </a:ext>
                </a:extLst>
              </p:cNvPr>
              <p:cNvSpPr txBox="1"/>
              <p:nvPr/>
            </p:nvSpPr>
            <p:spPr>
              <a:xfrm>
                <a:off x="4275347" y="3271547"/>
                <a:ext cx="3506933" cy="99373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US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DE58E3DE-72CB-0999-4BC3-E586F6625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347" y="3271547"/>
                <a:ext cx="3506933" cy="993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TextBox 123">
            <a:extLst>
              <a:ext uri="{FF2B5EF4-FFF2-40B4-BE49-F238E27FC236}">
                <a16:creationId xmlns:a16="http://schemas.microsoft.com/office/drawing/2014/main" id="{02E0881E-7D96-CEA1-98E6-7D2C438850FF}"/>
              </a:ext>
            </a:extLst>
          </p:cNvPr>
          <p:cNvSpPr txBox="1"/>
          <p:nvPr/>
        </p:nvSpPr>
        <p:spPr>
          <a:xfrm>
            <a:off x="4506740" y="2984342"/>
            <a:ext cx="3026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TRANSFORMER CURRENT EQUATIONS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E6C9572-1652-8017-1A15-11E69E185EDE}"/>
              </a:ext>
            </a:extLst>
          </p:cNvPr>
          <p:cNvSpPr txBox="1"/>
          <p:nvPr/>
        </p:nvSpPr>
        <p:spPr>
          <a:xfrm>
            <a:off x="285615" y="2984343"/>
            <a:ext cx="3026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TRANSFORMER VOLTAGE EQUATIONS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235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2ADA5-7799-7B6A-783E-C7ECD5AE4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290">
            <a:extLst>
              <a:ext uri="{FF2B5EF4-FFF2-40B4-BE49-F238E27FC236}">
                <a16:creationId xmlns:a16="http://schemas.microsoft.com/office/drawing/2014/main" id="{4C46D08B-25FF-3A3F-7BCA-CC897B2D8209}"/>
              </a:ext>
            </a:extLst>
          </p:cNvPr>
          <p:cNvSpPr/>
          <p:nvPr/>
        </p:nvSpPr>
        <p:spPr>
          <a:xfrm>
            <a:off x="4667250" y="63429"/>
            <a:ext cx="7346675" cy="6731142"/>
          </a:xfrm>
          <a:prstGeom prst="rect">
            <a:avLst/>
          </a:prstGeom>
          <a:solidFill>
            <a:srgbClr val="00B0F0">
              <a:alpha val="20000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Title 94">
            <a:extLst>
              <a:ext uri="{FF2B5EF4-FFF2-40B4-BE49-F238E27FC236}">
                <a16:creationId xmlns:a16="http://schemas.microsoft.com/office/drawing/2014/main" id="{2AE09477-740E-7C68-1AA9-E5F749B07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3778250" cy="685285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Transformers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Multiple Windings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609106B-8F0F-3607-3ECE-0899DA7B2C42}"/>
                  </a:ext>
                </a:extLst>
              </p:cNvPr>
              <p:cNvSpPr txBox="1"/>
              <p:nvPr/>
            </p:nvSpPr>
            <p:spPr>
              <a:xfrm>
                <a:off x="1508350" y="1469187"/>
                <a:ext cx="1200447" cy="348249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1600" dirty="0">
                    <a:ea typeface="Cambria Math" panose="02040503050406030204" pitchFamily="18" charset="0"/>
                  </a:rPr>
                  <a:t>.</a:t>
                </a:r>
              </a:p>
              <a:p>
                <a:pPr algn="ctr"/>
                <a:r>
                  <a:rPr lang="en-US" sz="1600" dirty="0">
                    <a:ea typeface="Cambria Math" panose="02040503050406030204" pitchFamily="18" charset="0"/>
                  </a:rPr>
                  <a:t>.</a:t>
                </a:r>
              </a:p>
              <a:p>
                <a:pPr algn="ctr"/>
                <a:r>
                  <a:rPr lang="en-US" sz="1600" dirty="0">
                    <a:ea typeface="Cambria Math" panose="02040503050406030204" pitchFamily="18" charset="0"/>
                  </a:rPr>
                  <a:t>.</a:t>
                </a:r>
              </a:p>
              <a:p>
                <a:pPr algn="ctr"/>
                <a:r>
                  <a:rPr lang="en-US" sz="1600" dirty="0">
                    <a:ea typeface="Cambria Math" panose="02040503050406030204" pitchFamily="18" charset="0"/>
                  </a:rPr>
                  <a:t>.</a:t>
                </a: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609106B-8F0F-3607-3ECE-0899DA7B2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350" y="1469187"/>
                <a:ext cx="1200447" cy="34824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AACF3E9-AC22-0B7B-0C9E-65FF6CE7C667}"/>
                  </a:ext>
                </a:extLst>
              </p:cNvPr>
              <p:cNvSpPr txBox="1"/>
              <p:nvPr/>
            </p:nvSpPr>
            <p:spPr>
              <a:xfrm>
                <a:off x="389147" y="5567707"/>
                <a:ext cx="3506933" cy="99373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en-US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AACF3E9-AC22-0B7B-0C9E-65FF6CE7C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47" y="5567707"/>
                <a:ext cx="3506933" cy="9937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TextBox 123">
            <a:extLst>
              <a:ext uri="{FF2B5EF4-FFF2-40B4-BE49-F238E27FC236}">
                <a16:creationId xmlns:a16="http://schemas.microsoft.com/office/drawing/2014/main" id="{F08EE97E-B406-505E-6EE7-10231011F2CB}"/>
              </a:ext>
            </a:extLst>
          </p:cNvPr>
          <p:cNvSpPr txBox="1"/>
          <p:nvPr/>
        </p:nvSpPr>
        <p:spPr>
          <a:xfrm>
            <a:off x="620540" y="5280502"/>
            <a:ext cx="3026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TRANSFORMER CURRENT EQUATIONS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828689E-EFF9-CD75-C665-72DEA7D9460B}"/>
              </a:ext>
            </a:extLst>
          </p:cNvPr>
          <p:cNvSpPr txBox="1"/>
          <p:nvPr/>
        </p:nvSpPr>
        <p:spPr>
          <a:xfrm>
            <a:off x="716280" y="1185942"/>
            <a:ext cx="3026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TRANSFORMER VOLTAGE EQUATIONS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CB0BDDC-A014-3B5A-4DCC-3F83E8318079}"/>
              </a:ext>
            </a:extLst>
          </p:cNvPr>
          <p:cNvGrpSpPr/>
          <p:nvPr/>
        </p:nvGrpSpPr>
        <p:grpSpPr>
          <a:xfrm>
            <a:off x="10129701" y="63429"/>
            <a:ext cx="1884224" cy="2165742"/>
            <a:chOff x="9520101" y="367904"/>
            <a:chExt cx="1884224" cy="2165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6C7BE096-8C4D-8DD8-0C3C-77329469329D}"/>
                    </a:ext>
                  </a:extLst>
                </p:cNvPr>
                <p:cNvSpPr txBox="1"/>
                <p:nvPr/>
              </p:nvSpPr>
              <p:spPr>
                <a:xfrm>
                  <a:off x="10068470" y="1164065"/>
                  <a:ext cx="1335855" cy="656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6C7BE096-8C4D-8DD8-0C3C-7732946932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8470" y="1164065"/>
                  <a:ext cx="1335855" cy="65620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812A8CB2-E429-56D7-71E1-1857DCD44B0E}"/>
                </a:ext>
              </a:extLst>
            </p:cNvPr>
            <p:cNvGrpSpPr/>
            <p:nvPr/>
          </p:nvGrpSpPr>
          <p:grpSpPr>
            <a:xfrm>
              <a:off x="9520101" y="509889"/>
              <a:ext cx="935478" cy="2023757"/>
              <a:chOff x="5460334" y="4144192"/>
              <a:chExt cx="935478" cy="2023757"/>
            </a:xfrm>
          </p:grpSpPr>
          <p:sp>
            <p:nvSpPr>
              <p:cNvPr id="153" name="Plus Sign 152">
                <a:extLst>
                  <a:ext uri="{FF2B5EF4-FFF2-40B4-BE49-F238E27FC236}">
                    <a16:creationId xmlns:a16="http://schemas.microsoft.com/office/drawing/2014/main" id="{25093DEC-427F-27DF-593E-955D6F9264BC}"/>
                  </a:ext>
                </a:extLst>
              </p:cNvPr>
              <p:cNvSpPr/>
              <p:nvPr/>
            </p:nvSpPr>
            <p:spPr>
              <a:xfrm>
                <a:off x="6151972" y="4144192"/>
                <a:ext cx="243840" cy="243840"/>
              </a:xfrm>
              <a:prstGeom prst="mathPlus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BCCE3346-B71A-D567-F8B6-C8EFF4AC7B6F}"/>
                  </a:ext>
                </a:extLst>
              </p:cNvPr>
              <p:cNvGrpSpPr/>
              <p:nvPr/>
            </p:nvGrpSpPr>
            <p:grpSpPr>
              <a:xfrm>
                <a:off x="5460334" y="4222721"/>
                <a:ext cx="931589" cy="1945228"/>
                <a:chOff x="5460334" y="4222721"/>
                <a:chExt cx="931589" cy="1945228"/>
              </a:xfrm>
            </p:grpSpPr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D567EC6C-D22C-20C6-EE78-D36181077F35}"/>
                    </a:ext>
                  </a:extLst>
                </p:cNvPr>
                <p:cNvGrpSpPr/>
                <p:nvPr/>
              </p:nvGrpSpPr>
              <p:grpSpPr>
                <a:xfrm>
                  <a:off x="5460334" y="4222721"/>
                  <a:ext cx="635666" cy="1866957"/>
                  <a:chOff x="9034958" y="2237740"/>
                  <a:chExt cx="635666" cy="1866957"/>
                </a:xfrm>
              </p:grpSpPr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3187C388-3AB0-D1B8-1D00-4C400D163A4E}"/>
                      </a:ext>
                    </a:extLst>
                  </p:cNvPr>
                  <p:cNvGrpSpPr/>
                  <p:nvPr/>
                </p:nvGrpSpPr>
                <p:grpSpPr>
                  <a:xfrm>
                    <a:off x="9034958" y="2237740"/>
                    <a:ext cx="635666" cy="1866957"/>
                    <a:chOff x="6924887" y="1537539"/>
                    <a:chExt cx="801477" cy="2353945"/>
                  </a:xfrm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32943639-5CF7-2DDB-365A-6653967483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924887" y="1537539"/>
                      <a:ext cx="801477" cy="2310984"/>
                      <a:chOff x="6924887" y="1537539"/>
                      <a:chExt cx="801477" cy="2310984"/>
                    </a:xfrm>
                  </p:grpSpPr>
                  <p:grpSp>
                    <p:nvGrpSpPr>
                      <p:cNvPr id="14" name="Group 13">
                        <a:extLst>
                          <a:ext uri="{FF2B5EF4-FFF2-40B4-BE49-F238E27FC236}">
                            <a16:creationId xmlns:a16="http://schemas.microsoft.com/office/drawing/2014/main" id="{CB4FC1CF-0668-A082-056F-ADB24A5D5A7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924887" y="1592157"/>
                        <a:ext cx="718397" cy="2256366"/>
                        <a:chOff x="6320367" y="1424517"/>
                        <a:chExt cx="718397" cy="2256366"/>
                      </a:xfrm>
                    </p:grpSpPr>
                    <p:sp>
                      <p:nvSpPr>
                        <p:cNvPr id="2" name="Diamond 1">
                          <a:extLst>
                            <a:ext uri="{FF2B5EF4-FFF2-40B4-BE49-F238E27FC236}">
                              <a16:creationId xmlns:a16="http://schemas.microsoft.com/office/drawing/2014/main" id="{100DFF78-D0BB-ED1B-AB4B-C985E39038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20367" y="2024380"/>
                          <a:ext cx="718397" cy="1056640"/>
                        </a:xfrm>
                        <a:prstGeom prst="diamond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6" name="Straight Connector 5">
                          <a:extLst>
                            <a:ext uri="{FF2B5EF4-FFF2-40B4-BE49-F238E27FC236}">
                              <a16:creationId xmlns:a16="http://schemas.microsoft.com/office/drawing/2014/main" id="{B6D27643-9918-4062-3106-0B83EDA22EB7}"/>
                            </a:ext>
                          </a:extLst>
                        </p:cNvPr>
                        <p:cNvCxnSpPr>
                          <a:stCxn id="2" idx="2"/>
                        </p:cNvCxnSpPr>
                        <p:nvPr/>
                      </p:nvCxnSpPr>
                      <p:spPr>
                        <a:xfrm>
                          <a:off x="6679566" y="3081020"/>
                          <a:ext cx="2751" cy="59986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" name="Straight Connector 9">
                          <a:extLst>
                            <a:ext uri="{FF2B5EF4-FFF2-40B4-BE49-F238E27FC236}">
                              <a16:creationId xmlns:a16="http://schemas.microsoft.com/office/drawing/2014/main" id="{5FA63F47-43FC-6DFC-7A36-33BE83316AA3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6676814" y="1424517"/>
                          <a:ext cx="2751" cy="59986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9" name="Straight Connector 18">
                        <a:extLst>
                          <a:ext uri="{FF2B5EF4-FFF2-40B4-BE49-F238E27FC236}">
                            <a16:creationId xmlns:a16="http://schemas.microsoft.com/office/drawing/2014/main" id="{06D3C9BD-9E75-5AE8-0422-232588A81B2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270221" y="1598401"/>
                        <a:ext cx="346075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1" name="Oval 20">
                        <a:extLst>
                          <a:ext uri="{FF2B5EF4-FFF2-40B4-BE49-F238E27FC236}">
                            <a16:creationId xmlns:a16="http://schemas.microsoft.com/office/drawing/2014/main" id="{DDF001E4-D448-7E09-EF3C-4F3887BB8E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16296" y="1537539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cxnSp>
                  <p:nvCxnSpPr>
                    <p:cNvPr id="43" name="Straight Connector 42">
                      <a:extLst>
                        <a:ext uri="{FF2B5EF4-FFF2-40B4-BE49-F238E27FC236}">
                          <a16:creationId xmlns:a16="http://schemas.microsoft.com/office/drawing/2014/main" id="{5C38E94B-CE4B-0117-DB31-ED0C850E20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281334" y="3842278"/>
                      <a:ext cx="33496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4" name="Oval 43">
                      <a:extLst>
                        <a:ext uri="{FF2B5EF4-FFF2-40B4-BE49-F238E27FC236}">
                          <a16:creationId xmlns:a16="http://schemas.microsoft.com/office/drawing/2014/main" id="{5D3A2F64-F648-B530-8B2D-89E0C2D186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6296" y="3781416"/>
                      <a:ext cx="110068" cy="110068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48" name="Plus Sign 147">
                    <a:extLst>
                      <a:ext uri="{FF2B5EF4-FFF2-40B4-BE49-F238E27FC236}">
                        <a16:creationId xmlns:a16="http://schemas.microsoft.com/office/drawing/2014/main" id="{3A99F306-4D5D-3860-9D3F-C332A950AB5D}"/>
                      </a:ext>
                    </a:extLst>
                  </p:cNvPr>
                  <p:cNvSpPr/>
                  <p:nvPr/>
                </p:nvSpPr>
                <p:spPr>
                  <a:xfrm>
                    <a:off x="9210482" y="2865437"/>
                    <a:ext cx="214362" cy="214362"/>
                  </a:xfrm>
                  <a:prstGeom prst="mathPlus">
                    <a:avLst>
                      <a:gd name="adj1" fmla="val 7697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9" name="Minus Sign 148">
                    <a:extLst>
                      <a:ext uri="{FF2B5EF4-FFF2-40B4-BE49-F238E27FC236}">
                        <a16:creationId xmlns:a16="http://schemas.microsoft.com/office/drawing/2014/main" id="{86A4CB58-B52B-5FFD-E5BE-4D0B1C72F953}"/>
                      </a:ext>
                    </a:extLst>
                  </p:cNvPr>
                  <p:cNvSpPr/>
                  <p:nvPr/>
                </p:nvSpPr>
                <p:spPr>
                  <a:xfrm>
                    <a:off x="9218698" y="3292831"/>
                    <a:ext cx="214362" cy="214362"/>
                  </a:xfrm>
                  <a:prstGeom prst="mathMinus">
                    <a:avLst>
                      <a:gd name="adj1" fmla="val 7685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54" name="Minus Sign 153">
                  <a:extLst>
                    <a:ext uri="{FF2B5EF4-FFF2-40B4-BE49-F238E27FC236}">
                      <a16:creationId xmlns:a16="http://schemas.microsoft.com/office/drawing/2014/main" id="{EAF7398B-35AE-A06B-2AF2-E081251687D2}"/>
                    </a:ext>
                  </a:extLst>
                </p:cNvPr>
                <p:cNvSpPr/>
                <p:nvPr/>
              </p:nvSpPr>
              <p:spPr>
                <a:xfrm>
                  <a:off x="6148083" y="5924109"/>
                  <a:ext cx="243840" cy="243840"/>
                </a:xfrm>
                <a:prstGeom prst="mathMinus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A83EC33-D7FF-D1FB-95C5-5BAD4E595311}"/>
                </a:ext>
              </a:extLst>
            </p:cNvPr>
            <p:cNvSpPr txBox="1"/>
            <p:nvPr/>
          </p:nvSpPr>
          <p:spPr>
            <a:xfrm>
              <a:off x="9538736" y="367904"/>
              <a:ext cx="742502" cy="277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Dot Side</a:t>
              </a:r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09AC13C7-D85A-83DE-8FA0-E96DD141D457}"/>
                </a:ext>
              </a:extLst>
            </p:cNvPr>
            <p:cNvGrpSpPr/>
            <p:nvPr/>
          </p:nvGrpSpPr>
          <p:grpSpPr>
            <a:xfrm>
              <a:off x="9886110" y="693256"/>
              <a:ext cx="364719" cy="382367"/>
              <a:chOff x="10839171" y="505589"/>
              <a:chExt cx="364719" cy="382367"/>
            </a:xfrm>
          </p:grpSpPr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6F2C60BB-B5D0-D0E8-C0CD-CF5CD3ECAE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839171" y="575699"/>
                <a:ext cx="27622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C3DE759C-A01A-D4B9-4F1A-F4A6EBC4E226}"/>
                  </a:ext>
                </a:extLst>
              </p:cNvPr>
              <p:cNvSpPr txBox="1"/>
              <p:nvPr/>
            </p:nvSpPr>
            <p:spPr>
              <a:xfrm>
                <a:off x="10870867" y="505589"/>
                <a:ext cx="333023" cy="382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</p:grp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3646CE2-9474-EAC0-5EAC-A7216B177417}"/>
              </a:ext>
            </a:extLst>
          </p:cNvPr>
          <p:cNvGrpSpPr/>
          <p:nvPr/>
        </p:nvGrpSpPr>
        <p:grpSpPr>
          <a:xfrm>
            <a:off x="10148336" y="2253763"/>
            <a:ext cx="1884224" cy="2165742"/>
            <a:chOff x="9520101" y="367904"/>
            <a:chExt cx="1884224" cy="2165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91A64333-B2AE-F4BE-E13C-EB6E67057793}"/>
                    </a:ext>
                  </a:extLst>
                </p:cNvPr>
                <p:cNvSpPr txBox="1"/>
                <p:nvPr/>
              </p:nvSpPr>
              <p:spPr>
                <a:xfrm>
                  <a:off x="10068470" y="1164065"/>
                  <a:ext cx="1335855" cy="656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91A64333-B2AE-F4BE-E13C-EB6E670577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8470" y="1164065"/>
                  <a:ext cx="1335855" cy="65620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B78B89FE-67C8-6281-FC0F-44F2A7A6B185}"/>
                </a:ext>
              </a:extLst>
            </p:cNvPr>
            <p:cNvGrpSpPr/>
            <p:nvPr/>
          </p:nvGrpSpPr>
          <p:grpSpPr>
            <a:xfrm>
              <a:off x="9520101" y="509889"/>
              <a:ext cx="935478" cy="2023757"/>
              <a:chOff x="5460334" y="4144192"/>
              <a:chExt cx="935478" cy="2023757"/>
            </a:xfrm>
          </p:grpSpPr>
          <p:sp>
            <p:nvSpPr>
              <p:cNvPr id="169" name="Plus Sign 168">
                <a:extLst>
                  <a:ext uri="{FF2B5EF4-FFF2-40B4-BE49-F238E27FC236}">
                    <a16:creationId xmlns:a16="http://schemas.microsoft.com/office/drawing/2014/main" id="{2B3992E8-698C-DE57-CD77-A2FF09862B26}"/>
                  </a:ext>
                </a:extLst>
              </p:cNvPr>
              <p:cNvSpPr/>
              <p:nvPr/>
            </p:nvSpPr>
            <p:spPr>
              <a:xfrm>
                <a:off x="6151972" y="4144192"/>
                <a:ext cx="243840" cy="243840"/>
              </a:xfrm>
              <a:prstGeom prst="mathPlus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7E742F5B-85A5-84B2-AF5E-6931521D0E30}"/>
                  </a:ext>
                </a:extLst>
              </p:cNvPr>
              <p:cNvGrpSpPr/>
              <p:nvPr/>
            </p:nvGrpSpPr>
            <p:grpSpPr>
              <a:xfrm>
                <a:off x="5460334" y="4222721"/>
                <a:ext cx="931589" cy="1945228"/>
                <a:chOff x="5460334" y="4222721"/>
                <a:chExt cx="931589" cy="1945228"/>
              </a:xfrm>
            </p:grpSpPr>
            <p:grpSp>
              <p:nvGrpSpPr>
                <p:cNvPr id="171" name="Group 170">
                  <a:extLst>
                    <a:ext uri="{FF2B5EF4-FFF2-40B4-BE49-F238E27FC236}">
                      <a16:creationId xmlns:a16="http://schemas.microsoft.com/office/drawing/2014/main" id="{8A3AFC21-9FC5-6C98-3E86-C36DDEE2D6AE}"/>
                    </a:ext>
                  </a:extLst>
                </p:cNvPr>
                <p:cNvGrpSpPr/>
                <p:nvPr/>
              </p:nvGrpSpPr>
              <p:grpSpPr>
                <a:xfrm>
                  <a:off x="5460334" y="4222721"/>
                  <a:ext cx="635666" cy="1866957"/>
                  <a:chOff x="9034958" y="2237740"/>
                  <a:chExt cx="635666" cy="1866957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3AD0E13C-92A1-D22C-57D1-D1958F425152}"/>
                      </a:ext>
                    </a:extLst>
                  </p:cNvPr>
                  <p:cNvGrpSpPr/>
                  <p:nvPr/>
                </p:nvGrpSpPr>
                <p:grpSpPr>
                  <a:xfrm>
                    <a:off x="9034958" y="2237740"/>
                    <a:ext cx="635666" cy="1866957"/>
                    <a:chOff x="6924887" y="1537539"/>
                    <a:chExt cx="801477" cy="2353945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F1990DCC-982D-0E19-D6BF-13A3E5D030A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924887" y="1537539"/>
                      <a:ext cx="801477" cy="2310984"/>
                      <a:chOff x="6924887" y="1537539"/>
                      <a:chExt cx="801477" cy="2310984"/>
                    </a:xfrm>
                  </p:grpSpPr>
                  <p:grpSp>
                    <p:nvGrpSpPr>
                      <p:cNvPr id="179" name="Group 178">
                        <a:extLst>
                          <a:ext uri="{FF2B5EF4-FFF2-40B4-BE49-F238E27FC236}">
                            <a16:creationId xmlns:a16="http://schemas.microsoft.com/office/drawing/2014/main" id="{A8C35EBF-19E8-464C-FA26-CDE73B69F33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924887" y="1592157"/>
                        <a:ext cx="718397" cy="2256366"/>
                        <a:chOff x="6320367" y="1424517"/>
                        <a:chExt cx="718397" cy="2256366"/>
                      </a:xfrm>
                    </p:grpSpPr>
                    <p:sp>
                      <p:nvSpPr>
                        <p:cNvPr id="182" name="Diamond 181">
                          <a:extLst>
                            <a:ext uri="{FF2B5EF4-FFF2-40B4-BE49-F238E27FC236}">
                              <a16:creationId xmlns:a16="http://schemas.microsoft.com/office/drawing/2014/main" id="{BD76503B-B8BB-A384-7A0C-8C27BA20A18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20367" y="2024380"/>
                          <a:ext cx="718397" cy="1056640"/>
                        </a:xfrm>
                        <a:prstGeom prst="diamond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183" name="Straight Connector 182">
                          <a:extLst>
                            <a:ext uri="{FF2B5EF4-FFF2-40B4-BE49-F238E27FC236}">
                              <a16:creationId xmlns:a16="http://schemas.microsoft.com/office/drawing/2014/main" id="{0802AC92-0514-097B-1798-0ADDE1D7CD6E}"/>
                            </a:ext>
                          </a:extLst>
                        </p:cNvPr>
                        <p:cNvCxnSpPr>
                          <a:stCxn id="182" idx="2"/>
                        </p:cNvCxnSpPr>
                        <p:nvPr/>
                      </p:nvCxnSpPr>
                      <p:spPr>
                        <a:xfrm>
                          <a:off x="6679566" y="3081020"/>
                          <a:ext cx="2751" cy="59986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84" name="Straight Connector 183">
                          <a:extLst>
                            <a:ext uri="{FF2B5EF4-FFF2-40B4-BE49-F238E27FC236}">
                              <a16:creationId xmlns:a16="http://schemas.microsoft.com/office/drawing/2014/main" id="{5C2632A0-9B8E-44E7-0056-B0C222B08E4B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6676814" y="1424517"/>
                          <a:ext cx="2751" cy="59986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180" name="Straight Connector 179">
                        <a:extLst>
                          <a:ext uri="{FF2B5EF4-FFF2-40B4-BE49-F238E27FC236}">
                            <a16:creationId xmlns:a16="http://schemas.microsoft.com/office/drawing/2014/main" id="{7C129DA5-22ED-88A7-E3FC-FF2274F4FB4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270221" y="1598401"/>
                        <a:ext cx="346075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81" name="Oval 180">
                        <a:extLst>
                          <a:ext uri="{FF2B5EF4-FFF2-40B4-BE49-F238E27FC236}">
                            <a16:creationId xmlns:a16="http://schemas.microsoft.com/office/drawing/2014/main" id="{715228DF-2162-42DB-4751-7E6EE1F805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16296" y="1537539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cxnSp>
                  <p:nvCxnSpPr>
                    <p:cNvPr id="177" name="Straight Connector 176">
                      <a:extLst>
                        <a:ext uri="{FF2B5EF4-FFF2-40B4-BE49-F238E27FC236}">
                          <a16:creationId xmlns:a16="http://schemas.microsoft.com/office/drawing/2014/main" id="{27ECD6D2-B150-09A0-94DB-EBB1A6DC32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281334" y="3842278"/>
                      <a:ext cx="33496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8" name="Oval 177">
                      <a:extLst>
                        <a:ext uri="{FF2B5EF4-FFF2-40B4-BE49-F238E27FC236}">
                          <a16:creationId xmlns:a16="http://schemas.microsoft.com/office/drawing/2014/main" id="{08613015-CA49-03AB-9B44-2F2D7A3C20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6296" y="3781416"/>
                      <a:ext cx="110068" cy="110068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74" name="Plus Sign 173">
                    <a:extLst>
                      <a:ext uri="{FF2B5EF4-FFF2-40B4-BE49-F238E27FC236}">
                        <a16:creationId xmlns:a16="http://schemas.microsoft.com/office/drawing/2014/main" id="{ADCB7C0F-4536-61DA-6D74-1F998B6122CD}"/>
                      </a:ext>
                    </a:extLst>
                  </p:cNvPr>
                  <p:cNvSpPr/>
                  <p:nvPr/>
                </p:nvSpPr>
                <p:spPr>
                  <a:xfrm>
                    <a:off x="9210482" y="2865437"/>
                    <a:ext cx="214362" cy="214362"/>
                  </a:xfrm>
                  <a:prstGeom prst="mathPlus">
                    <a:avLst>
                      <a:gd name="adj1" fmla="val 7697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5" name="Minus Sign 174">
                    <a:extLst>
                      <a:ext uri="{FF2B5EF4-FFF2-40B4-BE49-F238E27FC236}">
                        <a16:creationId xmlns:a16="http://schemas.microsoft.com/office/drawing/2014/main" id="{4169A5D0-8EA7-2A26-0AFD-1BEF212E0148}"/>
                      </a:ext>
                    </a:extLst>
                  </p:cNvPr>
                  <p:cNvSpPr/>
                  <p:nvPr/>
                </p:nvSpPr>
                <p:spPr>
                  <a:xfrm>
                    <a:off x="9218698" y="3292831"/>
                    <a:ext cx="214362" cy="214362"/>
                  </a:xfrm>
                  <a:prstGeom prst="mathMinus">
                    <a:avLst>
                      <a:gd name="adj1" fmla="val 7685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72" name="Minus Sign 171">
                  <a:extLst>
                    <a:ext uri="{FF2B5EF4-FFF2-40B4-BE49-F238E27FC236}">
                      <a16:creationId xmlns:a16="http://schemas.microsoft.com/office/drawing/2014/main" id="{EBF3EEC1-9F70-7C95-ADF4-052946BBDEA2}"/>
                    </a:ext>
                  </a:extLst>
                </p:cNvPr>
                <p:cNvSpPr/>
                <p:nvPr/>
              </p:nvSpPr>
              <p:spPr>
                <a:xfrm>
                  <a:off x="6148083" y="5924109"/>
                  <a:ext cx="243840" cy="243840"/>
                </a:xfrm>
                <a:prstGeom prst="mathMinus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124D0145-361F-9094-E2EC-BAAFFE08C04E}"/>
                </a:ext>
              </a:extLst>
            </p:cNvPr>
            <p:cNvSpPr txBox="1"/>
            <p:nvPr/>
          </p:nvSpPr>
          <p:spPr>
            <a:xfrm>
              <a:off x="9538736" y="367904"/>
              <a:ext cx="742502" cy="277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Dot Side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9FBBAB14-BA91-A02D-A2AC-D155ADA317B9}"/>
                </a:ext>
              </a:extLst>
            </p:cNvPr>
            <p:cNvGrpSpPr/>
            <p:nvPr/>
          </p:nvGrpSpPr>
          <p:grpSpPr>
            <a:xfrm>
              <a:off x="9886110" y="693256"/>
              <a:ext cx="364719" cy="382367"/>
              <a:chOff x="10839171" y="505589"/>
              <a:chExt cx="364719" cy="382367"/>
            </a:xfrm>
          </p:grpSpPr>
          <p:cxnSp>
            <p:nvCxnSpPr>
              <p:cNvPr id="167" name="Straight Arrow Connector 166">
                <a:extLst>
                  <a:ext uri="{FF2B5EF4-FFF2-40B4-BE49-F238E27FC236}">
                    <a16:creationId xmlns:a16="http://schemas.microsoft.com/office/drawing/2014/main" id="{D0852364-D39E-24C5-C1A3-CF2EC080C7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839171" y="575699"/>
                <a:ext cx="27622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0A40251E-3EA0-CF9D-5D5E-FD46E096305D}"/>
                  </a:ext>
                </a:extLst>
              </p:cNvPr>
              <p:cNvSpPr txBox="1"/>
              <p:nvPr/>
            </p:nvSpPr>
            <p:spPr>
              <a:xfrm>
                <a:off x="10870867" y="505589"/>
                <a:ext cx="333023" cy="382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3482F111-2170-8B64-271E-9EC2C6660A3C}"/>
              </a:ext>
            </a:extLst>
          </p:cNvPr>
          <p:cNvGrpSpPr/>
          <p:nvPr/>
        </p:nvGrpSpPr>
        <p:grpSpPr>
          <a:xfrm>
            <a:off x="10166971" y="4603931"/>
            <a:ext cx="1884224" cy="2165742"/>
            <a:chOff x="9520101" y="367904"/>
            <a:chExt cx="1884224" cy="2165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959550BC-0A1C-C69E-DC68-E06EEC4250D1}"/>
                    </a:ext>
                  </a:extLst>
                </p:cNvPr>
                <p:cNvSpPr txBox="1"/>
                <p:nvPr/>
              </p:nvSpPr>
              <p:spPr>
                <a:xfrm>
                  <a:off x="10068470" y="1164065"/>
                  <a:ext cx="1335855" cy="6562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959550BC-0A1C-C69E-DC68-E06EEC4250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8470" y="1164065"/>
                  <a:ext cx="1335855" cy="65620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E6B7F08B-0738-8EAD-627C-EFD8B4D84223}"/>
                </a:ext>
              </a:extLst>
            </p:cNvPr>
            <p:cNvGrpSpPr/>
            <p:nvPr/>
          </p:nvGrpSpPr>
          <p:grpSpPr>
            <a:xfrm>
              <a:off x="9520101" y="509889"/>
              <a:ext cx="935478" cy="2023757"/>
              <a:chOff x="5460334" y="4144192"/>
              <a:chExt cx="935478" cy="2023757"/>
            </a:xfrm>
          </p:grpSpPr>
          <p:sp>
            <p:nvSpPr>
              <p:cNvPr id="192" name="Plus Sign 191">
                <a:extLst>
                  <a:ext uri="{FF2B5EF4-FFF2-40B4-BE49-F238E27FC236}">
                    <a16:creationId xmlns:a16="http://schemas.microsoft.com/office/drawing/2014/main" id="{50ACF7FA-BF35-A13C-15B9-8C2296F64BB4}"/>
                  </a:ext>
                </a:extLst>
              </p:cNvPr>
              <p:cNvSpPr/>
              <p:nvPr/>
            </p:nvSpPr>
            <p:spPr>
              <a:xfrm>
                <a:off x="6151972" y="4144192"/>
                <a:ext cx="243840" cy="243840"/>
              </a:xfrm>
              <a:prstGeom prst="mathPlus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3" name="Group 192">
                <a:extLst>
                  <a:ext uri="{FF2B5EF4-FFF2-40B4-BE49-F238E27FC236}">
                    <a16:creationId xmlns:a16="http://schemas.microsoft.com/office/drawing/2014/main" id="{FBA6DEAD-CA87-BB86-6432-4A7F2D876E3A}"/>
                  </a:ext>
                </a:extLst>
              </p:cNvPr>
              <p:cNvGrpSpPr/>
              <p:nvPr/>
            </p:nvGrpSpPr>
            <p:grpSpPr>
              <a:xfrm>
                <a:off x="5460334" y="4222721"/>
                <a:ext cx="931589" cy="1945228"/>
                <a:chOff x="5460334" y="4222721"/>
                <a:chExt cx="931589" cy="1945228"/>
              </a:xfrm>
            </p:grpSpPr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BB62B3E3-ECD0-AF43-7F39-28B30EBA5AEA}"/>
                    </a:ext>
                  </a:extLst>
                </p:cNvPr>
                <p:cNvGrpSpPr/>
                <p:nvPr/>
              </p:nvGrpSpPr>
              <p:grpSpPr>
                <a:xfrm>
                  <a:off x="5460334" y="4222721"/>
                  <a:ext cx="635666" cy="1866957"/>
                  <a:chOff x="9034958" y="2237740"/>
                  <a:chExt cx="635666" cy="1866957"/>
                </a:xfrm>
              </p:grpSpPr>
              <p:grpSp>
                <p:nvGrpSpPr>
                  <p:cNvPr id="196" name="Group 195">
                    <a:extLst>
                      <a:ext uri="{FF2B5EF4-FFF2-40B4-BE49-F238E27FC236}">
                        <a16:creationId xmlns:a16="http://schemas.microsoft.com/office/drawing/2014/main" id="{065E0660-F1B6-899E-A931-BFA82AF1561A}"/>
                      </a:ext>
                    </a:extLst>
                  </p:cNvPr>
                  <p:cNvGrpSpPr/>
                  <p:nvPr/>
                </p:nvGrpSpPr>
                <p:grpSpPr>
                  <a:xfrm>
                    <a:off x="9034958" y="2237740"/>
                    <a:ext cx="635666" cy="1866957"/>
                    <a:chOff x="6924887" y="1537539"/>
                    <a:chExt cx="801477" cy="2353945"/>
                  </a:xfrm>
                </p:grpSpPr>
                <p:grpSp>
                  <p:nvGrpSpPr>
                    <p:cNvPr id="199" name="Group 198">
                      <a:extLst>
                        <a:ext uri="{FF2B5EF4-FFF2-40B4-BE49-F238E27FC236}">
                          <a16:creationId xmlns:a16="http://schemas.microsoft.com/office/drawing/2014/main" id="{FD78B0FD-50DF-E7D4-8FFD-7CB00EB95E0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924887" y="1537539"/>
                      <a:ext cx="801477" cy="2310984"/>
                      <a:chOff x="6924887" y="1537539"/>
                      <a:chExt cx="801477" cy="2310984"/>
                    </a:xfrm>
                  </p:grpSpPr>
                  <p:grpSp>
                    <p:nvGrpSpPr>
                      <p:cNvPr id="202" name="Group 201">
                        <a:extLst>
                          <a:ext uri="{FF2B5EF4-FFF2-40B4-BE49-F238E27FC236}">
                            <a16:creationId xmlns:a16="http://schemas.microsoft.com/office/drawing/2014/main" id="{E98488CF-1D65-F02A-6E72-76290F8240C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924887" y="1592157"/>
                        <a:ext cx="718397" cy="2256366"/>
                        <a:chOff x="6320367" y="1424517"/>
                        <a:chExt cx="718397" cy="2256366"/>
                      </a:xfrm>
                    </p:grpSpPr>
                    <p:sp>
                      <p:nvSpPr>
                        <p:cNvPr id="205" name="Diamond 204">
                          <a:extLst>
                            <a:ext uri="{FF2B5EF4-FFF2-40B4-BE49-F238E27FC236}">
                              <a16:creationId xmlns:a16="http://schemas.microsoft.com/office/drawing/2014/main" id="{73DD94E1-3F98-C3D9-7D15-2FB4D46F78F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320367" y="2024380"/>
                          <a:ext cx="718397" cy="1056640"/>
                        </a:xfrm>
                        <a:prstGeom prst="diamond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206" name="Straight Connector 205">
                          <a:extLst>
                            <a:ext uri="{FF2B5EF4-FFF2-40B4-BE49-F238E27FC236}">
                              <a16:creationId xmlns:a16="http://schemas.microsoft.com/office/drawing/2014/main" id="{D1A049C5-F53C-46AC-90DC-0F2D3F1ABE66}"/>
                            </a:ext>
                          </a:extLst>
                        </p:cNvPr>
                        <p:cNvCxnSpPr>
                          <a:stCxn id="205" idx="2"/>
                        </p:cNvCxnSpPr>
                        <p:nvPr/>
                      </p:nvCxnSpPr>
                      <p:spPr>
                        <a:xfrm>
                          <a:off x="6679566" y="3081020"/>
                          <a:ext cx="2751" cy="59986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07" name="Straight Connector 206">
                          <a:extLst>
                            <a:ext uri="{FF2B5EF4-FFF2-40B4-BE49-F238E27FC236}">
                              <a16:creationId xmlns:a16="http://schemas.microsoft.com/office/drawing/2014/main" id="{E3D9DE7C-AEDC-38CA-3BF1-38068884DAD5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6676814" y="1424517"/>
                          <a:ext cx="2751" cy="59986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203" name="Straight Connector 202">
                        <a:extLst>
                          <a:ext uri="{FF2B5EF4-FFF2-40B4-BE49-F238E27FC236}">
                            <a16:creationId xmlns:a16="http://schemas.microsoft.com/office/drawing/2014/main" id="{F618C3BE-06B7-54F9-EDB0-B855260BAE9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270221" y="1598401"/>
                        <a:ext cx="346075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04" name="Oval 203">
                        <a:extLst>
                          <a:ext uri="{FF2B5EF4-FFF2-40B4-BE49-F238E27FC236}">
                            <a16:creationId xmlns:a16="http://schemas.microsoft.com/office/drawing/2014/main" id="{6969E26B-1BC5-B01C-8203-1E37566266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16296" y="1537539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cxnSp>
                  <p:nvCxnSpPr>
                    <p:cNvPr id="200" name="Straight Connector 199">
                      <a:extLst>
                        <a:ext uri="{FF2B5EF4-FFF2-40B4-BE49-F238E27FC236}">
                          <a16:creationId xmlns:a16="http://schemas.microsoft.com/office/drawing/2014/main" id="{D2167772-599F-D91C-627D-5F78889A53F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281334" y="3842278"/>
                      <a:ext cx="33496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1" name="Oval 200">
                      <a:extLst>
                        <a:ext uri="{FF2B5EF4-FFF2-40B4-BE49-F238E27FC236}">
                          <a16:creationId xmlns:a16="http://schemas.microsoft.com/office/drawing/2014/main" id="{29038C8D-CEA9-2378-73E4-11F532F118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6296" y="3781416"/>
                      <a:ext cx="110068" cy="110068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97" name="Plus Sign 196">
                    <a:extLst>
                      <a:ext uri="{FF2B5EF4-FFF2-40B4-BE49-F238E27FC236}">
                        <a16:creationId xmlns:a16="http://schemas.microsoft.com/office/drawing/2014/main" id="{B32CBBD8-1CF4-3DFF-FB92-AEAF73134F8C}"/>
                      </a:ext>
                    </a:extLst>
                  </p:cNvPr>
                  <p:cNvSpPr/>
                  <p:nvPr/>
                </p:nvSpPr>
                <p:spPr>
                  <a:xfrm>
                    <a:off x="9210482" y="2865437"/>
                    <a:ext cx="214362" cy="214362"/>
                  </a:xfrm>
                  <a:prstGeom prst="mathPlus">
                    <a:avLst>
                      <a:gd name="adj1" fmla="val 7697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8" name="Minus Sign 197">
                    <a:extLst>
                      <a:ext uri="{FF2B5EF4-FFF2-40B4-BE49-F238E27FC236}">
                        <a16:creationId xmlns:a16="http://schemas.microsoft.com/office/drawing/2014/main" id="{55530B3E-79E4-8BEA-BC3A-971E14817BE7}"/>
                      </a:ext>
                    </a:extLst>
                  </p:cNvPr>
                  <p:cNvSpPr/>
                  <p:nvPr/>
                </p:nvSpPr>
                <p:spPr>
                  <a:xfrm>
                    <a:off x="9218698" y="3292831"/>
                    <a:ext cx="214362" cy="214362"/>
                  </a:xfrm>
                  <a:prstGeom prst="mathMinus">
                    <a:avLst>
                      <a:gd name="adj1" fmla="val 7685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95" name="Minus Sign 194">
                  <a:extLst>
                    <a:ext uri="{FF2B5EF4-FFF2-40B4-BE49-F238E27FC236}">
                      <a16:creationId xmlns:a16="http://schemas.microsoft.com/office/drawing/2014/main" id="{57B0A1E5-BF43-8A7B-0E24-4BFC3BDDC7C9}"/>
                    </a:ext>
                  </a:extLst>
                </p:cNvPr>
                <p:cNvSpPr/>
                <p:nvPr/>
              </p:nvSpPr>
              <p:spPr>
                <a:xfrm>
                  <a:off x="6148083" y="5924109"/>
                  <a:ext cx="243840" cy="243840"/>
                </a:xfrm>
                <a:prstGeom prst="mathMinus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15F4D8DE-3B27-84D2-7289-EB1055678086}"/>
                </a:ext>
              </a:extLst>
            </p:cNvPr>
            <p:cNvSpPr txBox="1"/>
            <p:nvPr/>
          </p:nvSpPr>
          <p:spPr>
            <a:xfrm>
              <a:off x="9538736" y="367904"/>
              <a:ext cx="742502" cy="277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Dot Side</a:t>
              </a:r>
            </a:p>
          </p:txBody>
        </p: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E2CA4555-B004-88B4-769C-59D603815B9B}"/>
                </a:ext>
              </a:extLst>
            </p:cNvPr>
            <p:cNvGrpSpPr/>
            <p:nvPr/>
          </p:nvGrpSpPr>
          <p:grpSpPr>
            <a:xfrm>
              <a:off x="9886110" y="693256"/>
              <a:ext cx="364719" cy="382367"/>
              <a:chOff x="10839171" y="505589"/>
              <a:chExt cx="364719" cy="382367"/>
            </a:xfrm>
          </p:grpSpPr>
          <p:cxnSp>
            <p:nvCxnSpPr>
              <p:cNvPr id="190" name="Straight Arrow Connector 189">
                <a:extLst>
                  <a:ext uri="{FF2B5EF4-FFF2-40B4-BE49-F238E27FC236}">
                    <a16:creationId xmlns:a16="http://schemas.microsoft.com/office/drawing/2014/main" id="{F4C7E01B-0A6D-42C4-95B5-CD853CEA09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839171" y="575699"/>
                <a:ext cx="27622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F20D9657-3C90-36CB-A05D-80550AAF6A7A}"/>
                  </a:ext>
                </a:extLst>
              </p:cNvPr>
              <p:cNvSpPr txBox="1"/>
              <p:nvPr/>
            </p:nvSpPr>
            <p:spPr>
              <a:xfrm>
                <a:off x="10870867" y="505589"/>
                <a:ext cx="333023" cy="382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baseline="-25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endPara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1EFF9107-1C22-0695-E4D4-1C702FD05CEE}"/>
              </a:ext>
            </a:extLst>
          </p:cNvPr>
          <p:cNvGrpSpPr/>
          <p:nvPr/>
        </p:nvGrpSpPr>
        <p:grpSpPr>
          <a:xfrm>
            <a:off x="10606738" y="4394069"/>
            <a:ext cx="45719" cy="225349"/>
            <a:chOff x="10949865" y="4867805"/>
            <a:chExt cx="45719" cy="225349"/>
          </a:xfrm>
        </p:grpSpPr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C3C90F47-119F-41DA-0852-9B767B13DD86}"/>
                </a:ext>
              </a:extLst>
            </p:cNvPr>
            <p:cNvSpPr/>
            <p:nvPr/>
          </p:nvSpPr>
          <p:spPr>
            <a:xfrm>
              <a:off x="10949867" y="4867805"/>
              <a:ext cx="45717" cy="4571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A702B3D0-A8E6-1A95-724B-1C4662C4B7FB}"/>
                </a:ext>
              </a:extLst>
            </p:cNvPr>
            <p:cNvSpPr/>
            <p:nvPr/>
          </p:nvSpPr>
          <p:spPr>
            <a:xfrm>
              <a:off x="10949866" y="4962888"/>
              <a:ext cx="45717" cy="4571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C2591C9F-E5E0-918C-44F7-F3A90DB3EA00}"/>
                </a:ext>
              </a:extLst>
            </p:cNvPr>
            <p:cNvSpPr/>
            <p:nvPr/>
          </p:nvSpPr>
          <p:spPr>
            <a:xfrm>
              <a:off x="10949865" y="5047437"/>
              <a:ext cx="45717" cy="4571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515F2797-9C7C-60E7-CBB4-2328B10B0B18}"/>
              </a:ext>
            </a:extLst>
          </p:cNvPr>
          <p:cNvSpPr/>
          <p:nvPr/>
        </p:nvSpPr>
        <p:spPr>
          <a:xfrm>
            <a:off x="5719621" y="2261946"/>
            <a:ext cx="4005819" cy="217784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FD44BF8-EB8A-8BE6-4295-78AB759C17C1}"/>
              </a:ext>
            </a:extLst>
          </p:cNvPr>
          <p:cNvSpPr txBox="1"/>
          <p:nvPr/>
        </p:nvSpPr>
        <p:spPr>
          <a:xfrm>
            <a:off x="8825158" y="2261946"/>
            <a:ext cx="742502" cy="27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Dot Side</a:t>
            </a: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C08CD204-F835-DDF3-B26D-206D8B2560BF}"/>
              </a:ext>
            </a:extLst>
          </p:cNvPr>
          <p:cNvGrpSpPr/>
          <p:nvPr/>
        </p:nvGrpSpPr>
        <p:grpSpPr>
          <a:xfrm>
            <a:off x="5474251" y="2474686"/>
            <a:ext cx="4257236" cy="1929058"/>
            <a:chOff x="5474251" y="2474686"/>
            <a:chExt cx="4257236" cy="1929058"/>
          </a:xfrm>
        </p:grpSpPr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DC144BFF-E9EE-0A90-489B-BB46E863EC25}"/>
                </a:ext>
              </a:extLst>
            </p:cNvPr>
            <p:cNvGrpSpPr/>
            <p:nvPr/>
          </p:nvGrpSpPr>
          <p:grpSpPr>
            <a:xfrm>
              <a:off x="5538767" y="2477662"/>
              <a:ext cx="4192720" cy="1926082"/>
              <a:chOff x="5108464" y="2513704"/>
              <a:chExt cx="4192720" cy="19260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8" name="TextBox 267">
                    <a:extLst>
                      <a:ext uri="{FF2B5EF4-FFF2-40B4-BE49-F238E27FC236}">
                        <a16:creationId xmlns:a16="http://schemas.microsoft.com/office/drawing/2014/main" id="{F149D69C-BA56-319F-C754-91C55CD008B8}"/>
                      </a:ext>
                    </a:extLst>
                  </p:cNvPr>
                  <p:cNvSpPr txBox="1"/>
                  <p:nvPr/>
                </p:nvSpPr>
                <p:spPr>
                  <a:xfrm>
                    <a:off x="7969110" y="3223081"/>
                    <a:ext cx="718312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⋯⋯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68" name="TextBox 267">
                    <a:extLst>
                      <a:ext uri="{FF2B5EF4-FFF2-40B4-BE49-F238E27FC236}">
                        <a16:creationId xmlns:a16="http://schemas.microsoft.com/office/drawing/2014/main" id="{F149D69C-BA56-319F-C754-91C55CD008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9110" y="3223081"/>
                    <a:ext cx="718312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E32F3E35-BD03-B0BB-E31E-977B93356433}"/>
                  </a:ext>
                </a:extLst>
              </p:cNvPr>
              <p:cNvGrpSpPr/>
              <p:nvPr/>
            </p:nvGrpSpPr>
            <p:grpSpPr>
              <a:xfrm>
                <a:off x="5108464" y="2513704"/>
                <a:ext cx="4192720" cy="1926082"/>
                <a:chOff x="5108464" y="2513704"/>
                <a:chExt cx="4192720" cy="192608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1" name="TextBox 230">
                      <a:extLst>
                        <a:ext uri="{FF2B5EF4-FFF2-40B4-BE49-F238E27FC236}">
                          <a16:creationId xmlns:a16="http://schemas.microsoft.com/office/drawing/2014/main" id="{8A86D262-6699-8AC3-A1B0-4DCD3B7A5F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947" y="3446052"/>
                      <a:ext cx="698511" cy="99373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endParaRPr lang="en-US" sz="1600" i="1" dirty="0"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  <a:p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231" name="TextBox 230">
                      <a:extLst>
                        <a:ext uri="{FF2B5EF4-FFF2-40B4-BE49-F238E27FC236}">
                          <a16:creationId xmlns:a16="http://schemas.microsoft.com/office/drawing/2014/main" id="{8A86D262-6699-8AC3-A1B0-4DCD3B7A5F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19947" y="3446052"/>
                      <a:ext cx="698511" cy="99373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4" name="TextBox 243">
                      <a:extLst>
                        <a:ext uri="{FF2B5EF4-FFF2-40B4-BE49-F238E27FC236}">
                          <a16:creationId xmlns:a16="http://schemas.microsoft.com/office/drawing/2014/main" id="{8D9513F1-0265-2D5D-394B-3A92B3CB9E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28116" y="3446052"/>
                      <a:ext cx="698511" cy="99373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endParaRPr lang="en-US" sz="1600" i="1" dirty="0"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  <a:p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244" name="TextBox 243">
                      <a:extLst>
                        <a:ext uri="{FF2B5EF4-FFF2-40B4-BE49-F238E27FC236}">
                          <a16:creationId xmlns:a16="http://schemas.microsoft.com/office/drawing/2014/main" id="{8D9513F1-0265-2D5D-394B-3A92B3CB9EF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28116" y="3446052"/>
                      <a:ext cx="698511" cy="99373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5" name="TextBox 244">
                      <a:extLst>
                        <a:ext uri="{FF2B5EF4-FFF2-40B4-BE49-F238E27FC236}">
                          <a16:creationId xmlns:a16="http://schemas.microsoft.com/office/drawing/2014/main" id="{B3155784-E37C-5676-545E-77B2FCA701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22760" y="3446052"/>
                      <a:ext cx="698511" cy="99373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endParaRPr lang="en-US" sz="1600" i="1" dirty="0"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  <a:p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245" name="TextBox 244">
                      <a:extLst>
                        <a:ext uri="{FF2B5EF4-FFF2-40B4-BE49-F238E27FC236}">
                          <a16:creationId xmlns:a16="http://schemas.microsoft.com/office/drawing/2014/main" id="{B3155784-E37C-5676-545E-77B2FCA701B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22760" y="3446052"/>
                      <a:ext cx="698511" cy="99373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6" name="TextBox 265">
                      <a:extLst>
                        <a:ext uri="{FF2B5EF4-FFF2-40B4-BE49-F238E27FC236}">
                          <a16:creationId xmlns:a16="http://schemas.microsoft.com/office/drawing/2014/main" id="{C3951543-C1A5-80A6-6150-6C1841EF6E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43918" y="3446052"/>
                      <a:ext cx="698511" cy="99373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endParaRPr lang="en-US" sz="1600" i="1" dirty="0"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  <a:p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266" name="TextBox 265">
                      <a:extLst>
                        <a:ext uri="{FF2B5EF4-FFF2-40B4-BE49-F238E27FC236}">
                          <a16:creationId xmlns:a16="http://schemas.microsoft.com/office/drawing/2014/main" id="{C3951543-C1A5-80A6-6150-6C1841EF6EA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43918" y="3446052"/>
                      <a:ext cx="698511" cy="99373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75" name="Group 274">
                  <a:extLst>
                    <a:ext uri="{FF2B5EF4-FFF2-40B4-BE49-F238E27FC236}">
                      <a16:creationId xmlns:a16="http://schemas.microsoft.com/office/drawing/2014/main" id="{F6FC21D8-1BF4-DDA0-CFCA-C1BF41B9869C}"/>
                    </a:ext>
                  </a:extLst>
                </p:cNvPr>
                <p:cNvGrpSpPr/>
                <p:nvPr/>
              </p:nvGrpSpPr>
              <p:grpSpPr>
                <a:xfrm>
                  <a:off x="5108464" y="2513704"/>
                  <a:ext cx="4192720" cy="1849010"/>
                  <a:chOff x="5108464" y="2513704"/>
                  <a:chExt cx="4192720" cy="1849010"/>
                </a:xfrm>
              </p:grpSpPr>
              <p:grpSp>
                <p:nvGrpSpPr>
                  <p:cNvPr id="233" name="Group 232">
                    <a:extLst>
                      <a:ext uri="{FF2B5EF4-FFF2-40B4-BE49-F238E27FC236}">
                        <a16:creationId xmlns:a16="http://schemas.microsoft.com/office/drawing/2014/main" id="{578FDE91-DC24-1E28-B5A2-502356124C73}"/>
                      </a:ext>
                    </a:extLst>
                  </p:cNvPr>
                  <p:cNvGrpSpPr/>
                  <p:nvPr/>
                </p:nvGrpSpPr>
                <p:grpSpPr>
                  <a:xfrm>
                    <a:off x="5849634" y="2513704"/>
                    <a:ext cx="567105" cy="1849010"/>
                    <a:chOff x="5701330" y="2326654"/>
                    <a:chExt cx="567105" cy="1849010"/>
                  </a:xfrm>
                </p:grpSpPr>
                <p:grpSp>
                  <p:nvGrpSpPr>
                    <p:cNvPr id="47" name="Group 46">
                      <a:extLst>
                        <a:ext uri="{FF2B5EF4-FFF2-40B4-BE49-F238E27FC236}">
                          <a16:creationId xmlns:a16="http://schemas.microsoft.com/office/drawing/2014/main" id="{4D97744D-44D4-35E2-9DAF-FDE86469D0D6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5701330" y="2326654"/>
                      <a:ext cx="567105" cy="1849010"/>
                      <a:chOff x="6924887" y="1549197"/>
                      <a:chExt cx="718397" cy="2342286"/>
                    </a:xfrm>
                  </p:grpSpPr>
                  <p:grpSp>
                    <p:nvGrpSpPr>
                      <p:cNvPr id="48" name="Group 47">
                        <a:extLst>
                          <a:ext uri="{FF2B5EF4-FFF2-40B4-BE49-F238E27FC236}">
                            <a16:creationId xmlns:a16="http://schemas.microsoft.com/office/drawing/2014/main" id="{0CD1BD12-2604-D2CD-7115-17D331200E8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924887" y="1549197"/>
                        <a:ext cx="718397" cy="2299326"/>
                        <a:chOff x="6924887" y="1549197"/>
                        <a:chExt cx="718397" cy="2299326"/>
                      </a:xfrm>
                    </p:grpSpPr>
                    <p:grpSp>
                      <p:nvGrpSpPr>
                        <p:cNvPr id="57" name="Group 56">
                          <a:extLst>
                            <a:ext uri="{FF2B5EF4-FFF2-40B4-BE49-F238E27FC236}">
                              <a16:creationId xmlns:a16="http://schemas.microsoft.com/office/drawing/2014/main" id="{ECE3E524-D712-69AC-0954-8731A62422A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924887" y="1592157"/>
                          <a:ext cx="718397" cy="2256366"/>
                          <a:chOff x="6320367" y="1424517"/>
                          <a:chExt cx="718397" cy="2256366"/>
                        </a:xfrm>
                      </p:grpSpPr>
                      <p:sp>
                        <p:nvSpPr>
                          <p:cNvPr id="64" name="Diamond 63">
                            <a:extLst>
                              <a:ext uri="{FF2B5EF4-FFF2-40B4-BE49-F238E27FC236}">
                                <a16:creationId xmlns:a16="http://schemas.microsoft.com/office/drawing/2014/main" id="{A09389F5-5012-3CAE-4068-37E69CE26FD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20367" y="2024380"/>
                            <a:ext cx="718397" cy="1056640"/>
                          </a:xfrm>
                          <a:prstGeom prst="diamond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cxnSp>
                        <p:nvCxnSpPr>
                          <p:cNvPr id="65" name="Straight Connector 64">
                            <a:extLst>
                              <a:ext uri="{FF2B5EF4-FFF2-40B4-BE49-F238E27FC236}">
                                <a16:creationId xmlns:a16="http://schemas.microsoft.com/office/drawing/2014/main" id="{F5E09162-F288-74F4-FE16-3572B67D0EB4}"/>
                              </a:ext>
                            </a:extLst>
                          </p:cNvPr>
                          <p:cNvCxnSpPr>
                            <a:stCxn id="64" idx="2"/>
                          </p:cNvCxnSpPr>
                          <p:nvPr/>
                        </p:nvCxnSpPr>
                        <p:spPr>
                          <a:xfrm>
                            <a:off x="6679566" y="3081020"/>
                            <a:ext cx="2751" cy="59986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95" name="Straight Connector 94">
                            <a:extLst>
                              <a:ext uri="{FF2B5EF4-FFF2-40B4-BE49-F238E27FC236}">
                                <a16:creationId xmlns:a16="http://schemas.microsoft.com/office/drawing/2014/main" id="{1D86D1C1-F3E8-36C6-A09A-F0E4A69618F4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6676814" y="1424517"/>
                            <a:ext cx="2751" cy="59986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59" name="Oval 58">
                          <a:extLst>
                            <a:ext uri="{FF2B5EF4-FFF2-40B4-BE49-F238E27FC236}">
                              <a16:creationId xmlns:a16="http://schemas.microsoft.com/office/drawing/2014/main" id="{879203E2-139A-4F01-55E2-43A1FB89337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29808" y="1549197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56" name="Oval 55">
                        <a:extLst>
                          <a:ext uri="{FF2B5EF4-FFF2-40B4-BE49-F238E27FC236}">
                            <a16:creationId xmlns:a16="http://schemas.microsoft.com/office/drawing/2014/main" id="{8AB39703-95AE-4303-9722-88E8B3AF50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9808" y="3781415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232" name="Arrow: Down 231">
                      <a:extLst>
                        <a:ext uri="{FF2B5EF4-FFF2-40B4-BE49-F238E27FC236}">
                          <a16:creationId xmlns:a16="http://schemas.microsoft.com/office/drawing/2014/main" id="{E8275E1F-30C3-2836-4F36-7904A46103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3428" y="3027101"/>
                      <a:ext cx="135231" cy="457898"/>
                    </a:xfrm>
                    <a:prstGeom prst="downArrow">
                      <a:avLst>
                        <a:gd name="adj1" fmla="val 18490"/>
                        <a:gd name="adj2" fmla="val 98761"/>
                      </a:avLst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234" name="Group 233">
                    <a:extLst>
                      <a:ext uri="{FF2B5EF4-FFF2-40B4-BE49-F238E27FC236}">
                        <a16:creationId xmlns:a16="http://schemas.microsoft.com/office/drawing/2014/main" id="{5F2B6793-73B4-EF05-7369-FC9705000EA2}"/>
                      </a:ext>
                    </a:extLst>
                  </p:cNvPr>
                  <p:cNvGrpSpPr/>
                  <p:nvPr/>
                </p:nvGrpSpPr>
                <p:grpSpPr>
                  <a:xfrm>
                    <a:off x="6618277" y="2513704"/>
                    <a:ext cx="567105" cy="1849010"/>
                    <a:chOff x="5701330" y="2326654"/>
                    <a:chExt cx="567105" cy="1849010"/>
                  </a:xfrm>
                </p:grpSpPr>
                <p:grpSp>
                  <p:nvGrpSpPr>
                    <p:cNvPr id="235" name="Group 234">
                      <a:extLst>
                        <a:ext uri="{FF2B5EF4-FFF2-40B4-BE49-F238E27FC236}">
                          <a16:creationId xmlns:a16="http://schemas.microsoft.com/office/drawing/2014/main" id="{18C1ABCD-5793-F8EF-4B43-780539A7179A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5701330" y="2326654"/>
                      <a:ext cx="567105" cy="1849010"/>
                      <a:chOff x="6924887" y="1549197"/>
                      <a:chExt cx="718397" cy="2342286"/>
                    </a:xfrm>
                  </p:grpSpPr>
                  <p:grpSp>
                    <p:nvGrpSpPr>
                      <p:cNvPr id="237" name="Group 236">
                        <a:extLst>
                          <a:ext uri="{FF2B5EF4-FFF2-40B4-BE49-F238E27FC236}">
                            <a16:creationId xmlns:a16="http://schemas.microsoft.com/office/drawing/2014/main" id="{0E61C0A4-241B-7233-18F7-C84449859B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924887" y="1549197"/>
                        <a:ext cx="718397" cy="2299326"/>
                        <a:chOff x="6924887" y="1549197"/>
                        <a:chExt cx="718397" cy="2299326"/>
                      </a:xfrm>
                    </p:grpSpPr>
                    <p:grpSp>
                      <p:nvGrpSpPr>
                        <p:cNvPr id="239" name="Group 238">
                          <a:extLst>
                            <a:ext uri="{FF2B5EF4-FFF2-40B4-BE49-F238E27FC236}">
                              <a16:creationId xmlns:a16="http://schemas.microsoft.com/office/drawing/2014/main" id="{6A63BEAA-3B7A-CCF5-0644-EDE575C8201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924887" y="1592157"/>
                          <a:ext cx="718397" cy="2256366"/>
                          <a:chOff x="6320367" y="1424517"/>
                          <a:chExt cx="718397" cy="2256366"/>
                        </a:xfrm>
                      </p:grpSpPr>
                      <p:sp>
                        <p:nvSpPr>
                          <p:cNvPr id="241" name="Diamond 240">
                            <a:extLst>
                              <a:ext uri="{FF2B5EF4-FFF2-40B4-BE49-F238E27FC236}">
                                <a16:creationId xmlns:a16="http://schemas.microsoft.com/office/drawing/2014/main" id="{BA525E5F-5E1B-D495-38E6-C9BE2F0C54E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20367" y="2024380"/>
                            <a:ext cx="718397" cy="1056640"/>
                          </a:xfrm>
                          <a:prstGeom prst="diamond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cxnSp>
                        <p:nvCxnSpPr>
                          <p:cNvPr id="242" name="Straight Connector 241">
                            <a:extLst>
                              <a:ext uri="{FF2B5EF4-FFF2-40B4-BE49-F238E27FC236}">
                                <a16:creationId xmlns:a16="http://schemas.microsoft.com/office/drawing/2014/main" id="{F014A34E-5F69-3EAC-EBF7-0F23FFFD2E7C}"/>
                              </a:ext>
                            </a:extLst>
                          </p:cNvPr>
                          <p:cNvCxnSpPr>
                            <a:stCxn id="241" idx="2"/>
                          </p:cNvCxnSpPr>
                          <p:nvPr/>
                        </p:nvCxnSpPr>
                        <p:spPr>
                          <a:xfrm>
                            <a:off x="6679566" y="3081020"/>
                            <a:ext cx="2751" cy="59986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43" name="Straight Connector 242">
                            <a:extLst>
                              <a:ext uri="{FF2B5EF4-FFF2-40B4-BE49-F238E27FC236}">
                                <a16:creationId xmlns:a16="http://schemas.microsoft.com/office/drawing/2014/main" id="{A145F54F-D2AC-CBCB-6D5F-2131ABEB6C4F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6676814" y="1424517"/>
                            <a:ext cx="2751" cy="59986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240" name="Oval 239">
                          <a:extLst>
                            <a:ext uri="{FF2B5EF4-FFF2-40B4-BE49-F238E27FC236}">
                              <a16:creationId xmlns:a16="http://schemas.microsoft.com/office/drawing/2014/main" id="{8A1F3EF8-FAE6-15D7-91B8-499FB18F792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29808" y="1549197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76C9C4E1-EF06-A15D-7FF5-34D299EA22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9808" y="3781415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236" name="Arrow: Down 235">
                      <a:extLst>
                        <a:ext uri="{FF2B5EF4-FFF2-40B4-BE49-F238E27FC236}">
                          <a16:creationId xmlns:a16="http://schemas.microsoft.com/office/drawing/2014/main" id="{1759D064-BC3D-756A-191B-1FCCC292C9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3428" y="3027101"/>
                      <a:ext cx="135231" cy="457898"/>
                    </a:xfrm>
                    <a:prstGeom prst="downArrow">
                      <a:avLst>
                        <a:gd name="adj1" fmla="val 18490"/>
                        <a:gd name="adj2" fmla="val 98761"/>
                      </a:avLst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246" name="Group 245">
                    <a:extLst>
                      <a:ext uri="{FF2B5EF4-FFF2-40B4-BE49-F238E27FC236}">
                        <a16:creationId xmlns:a16="http://schemas.microsoft.com/office/drawing/2014/main" id="{88AF069C-B5C3-7C73-B79A-E0283D7A556F}"/>
                      </a:ext>
                    </a:extLst>
                  </p:cNvPr>
                  <p:cNvGrpSpPr/>
                  <p:nvPr/>
                </p:nvGrpSpPr>
                <p:grpSpPr>
                  <a:xfrm>
                    <a:off x="7352447" y="2513704"/>
                    <a:ext cx="567105" cy="1849010"/>
                    <a:chOff x="5701330" y="2326654"/>
                    <a:chExt cx="567105" cy="1849010"/>
                  </a:xfrm>
                </p:grpSpPr>
                <p:grpSp>
                  <p:nvGrpSpPr>
                    <p:cNvPr id="247" name="Group 246">
                      <a:extLst>
                        <a:ext uri="{FF2B5EF4-FFF2-40B4-BE49-F238E27FC236}">
                          <a16:creationId xmlns:a16="http://schemas.microsoft.com/office/drawing/2014/main" id="{B0E3B0EA-0F05-B0BC-9670-E607DC6527C2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5701330" y="2326654"/>
                      <a:ext cx="567105" cy="1849010"/>
                      <a:chOff x="6924887" y="1549197"/>
                      <a:chExt cx="718397" cy="2342286"/>
                    </a:xfrm>
                  </p:grpSpPr>
                  <p:grpSp>
                    <p:nvGrpSpPr>
                      <p:cNvPr id="249" name="Group 248">
                        <a:extLst>
                          <a:ext uri="{FF2B5EF4-FFF2-40B4-BE49-F238E27FC236}">
                            <a16:creationId xmlns:a16="http://schemas.microsoft.com/office/drawing/2014/main" id="{92915DFF-AA4E-F1F4-6314-6B4CF568EFB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924887" y="1549197"/>
                        <a:ext cx="718397" cy="2299326"/>
                        <a:chOff x="6924887" y="1549197"/>
                        <a:chExt cx="718397" cy="2299326"/>
                      </a:xfrm>
                    </p:grpSpPr>
                    <p:grpSp>
                      <p:nvGrpSpPr>
                        <p:cNvPr id="251" name="Group 250">
                          <a:extLst>
                            <a:ext uri="{FF2B5EF4-FFF2-40B4-BE49-F238E27FC236}">
                              <a16:creationId xmlns:a16="http://schemas.microsoft.com/office/drawing/2014/main" id="{25AAC254-0699-E49A-C29C-7CA6B651772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924887" y="1592157"/>
                          <a:ext cx="718397" cy="2256366"/>
                          <a:chOff x="6320367" y="1424517"/>
                          <a:chExt cx="718397" cy="2256366"/>
                        </a:xfrm>
                      </p:grpSpPr>
                      <p:sp>
                        <p:nvSpPr>
                          <p:cNvPr id="253" name="Diamond 252">
                            <a:extLst>
                              <a:ext uri="{FF2B5EF4-FFF2-40B4-BE49-F238E27FC236}">
                                <a16:creationId xmlns:a16="http://schemas.microsoft.com/office/drawing/2014/main" id="{AF956F40-110A-0DD4-1BB2-78F8B496194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20367" y="2024380"/>
                            <a:ext cx="718397" cy="1056640"/>
                          </a:xfrm>
                          <a:prstGeom prst="diamond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cxnSp>
                        <p:nvCxnSpPr>
                          <p:cNvPr id="254" name="Straight Connector 253">
                            <a:extLst>
                              <a:ext uri="{FF2B5EF4-FFF2-40B4-BE49-F238E27FC236}">
                                <a16:creationId xmlns:a16="http://schemas.microsoft.com/office/drawing/2014/main" id="{F9D753B2-7C24-7476-680E-A47EAFB2A445}"/>
                              </a:ext>
                            </a:extLst>
                          </p:cNvPr>
                          <p:cNvCxnSpPr>
                            <a:stCxn id="253" idx="2"/>
                          </p:cNvCxnSpPr>
                          <p:nvPr/>
                        </p:nvCxnSpPr>
                        <p:spPr>
                          <a:xfrm>
                            <a:off x="6679566" y="3081020"/>
                            <a:ext cx="2751" cy="59986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55" name="Straight Connector 254">
                            <a:extLst>
                              <a:ext uri="{FF2B5EF4-FFF2-40B4-BE49-F238E27FC236}">
                                <a16:creationId xmlns:a16="http://schemas.microsoft.com/office/drawing/2014/main" id="{BD021C4A-AD02-3098-01FD-294438638FB5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6676814" y="1424517"/>
                            <a:ext cx="2751" cy="59986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252" name="Oval 251">
                          <a:extLst>
                            <a:ext uri="{FF2B5EF4-FFF2-40B4-BE49-F238E27FC236}">
                              <a16:creationId xmlns:a16="http://schemas.microsoft.com/office/drawing/2014/main" id="{539C1110-D201-151C-B966-C32E7FDE7C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29808" y="1549197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250" name="Oval 249">
                        <a:extLst>
                          <a:ext uri="{FF2B5EF4-FFF2-40B4-BE49-F238E27FC236}">
                            <a16:creationId xmlns:a16="http://schemas.microsoft.com/office/drawing/2014/main" id="{F205539A-BAD2-4AAD-04AE-DDDA7CEA51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29808" y="3781415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248" name="Arrow: Down 247">
                      <a:extLst>
                        <a:ext uri="{FF2B5EF4-FFF2-40B4-BE49-F238E27FC236}">
                          <a16:creationId xmlns:a16="http://schemas.microsoft.com/office/drawing/2014/main" id="{1F08F457-9AB4-12ED-F682-65A983C522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3428" y="3027101"/>
                      <a:ext cx="135231" cy="457898"/>
                    </a:xfrm>
                    <a:prstGeom prst="downArrow">
                      <a:avLst>
                        <a:gd name="adj1" fmla="val 18490"/>
                        <a:gd name="adj2" fmla="val 98761"/>
                      </a:avLst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256" name="Group 255">
                    <a:extLst>
                      <a:ext uri="{FF2B5EF4-FFF2-40B4-BE49-F238E27FC236}">
                        <a16:creationId xmlns:a16="http://schemas.microsoft.com/office/drawing/2014/main" id="{4B6F26E7-820E-4EA0-17C7-61D583EB9D28}"/>
                      </a:ext>
                    </a:extLst>
                  </p:cNvPr>
                  <p:cNvGrpSpPr/>
                  <p:nvPr/>
                </p:nvGrpSpPr>
                <p:grpSpPr>
                  <a:xfrm>
                    <a:off x="8734079" y="2547617"/>
                    <a:ext cx="567105" cy="1781184"/>
                    <a:chOff x="5701330" y="2360567"/>
                    <a:chExt cx="567105" cy="1781184"/>
                  </a:xfrm>
                </p:grpSpPr>
                <p:grpSp>
                  <p:nvGrpSpPr>
                    <p:cNvPr id="261" name="Group 260">
                      <a:extLst>
                        <a:ext uri="{FF2B5EF4-FFF2-40B4-BE49-F238E27FC236}">
                          <a16:creationId xmlns:a16="http://schemas.microsoft.com/office/drawing/2014/main" id="{F885ECEE-632F-16D2-57F5-F954AEE3E0AE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5701330" y="2360567"/>
                      <a:ext cx="567105" cy="1781184"/>
                      <a:chOff x="6320367" y="1424517"/>
                      <a:chExt cx="718397" cy="2256366"/>
                    </a:xfrm>
                  </p:grpSpPr>
                  <p:sp>
                    <p:nvSpPr>
                      <p:cNvPr id="263" name="Diamond 262">
                        <a:extLst>
                          <a:ext uri="{FF2B5EF4-FFF2-40B4-BE49-F238E27FC236}">
                            <a16:creationId xmlns:a16="http://schemas.microsoft.com/office/drawing/2014/main" id="{B73CC22B-44DD-F1CF-2012-AFD43E4ECE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20367" y="2024380"/>
                        <a:ext cx="718397" cy="1056640"/>
                      </a:xfrm>
                      <a:prstGeom prst="diamond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264" name="Straight Connector 263">
                        <a:extLst>
                          <a:ext uri="{FF2B5EF4-FFF2-40B4-BE49-F238E27FC236}">
                            <a16:creationId xmlns:a16="http://schemas.microsoft.com/office/drawing/2014/main" id="{0D1AF5B1-8618-8579-7DE4-5DCC89AD5D5E}"/>
                          </a:ext>
                        </a:extLst>
                      </p:cNvPr>
                      <p:cNvCxnSpPr>
                        <a:stCxn id="263" idx="2"/>
                      </p:cNvCxnSpPr>
                      <p:nvPr/>
                    </p:nvCxnSpPr>
                    <p:spPr>
                      <a:xfrm>
                        <a:off x="6679566" y="3081020"/>
                        <a:ext cx="2751" cy="59986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65" name="Straight Connector 264">
                        <a:extLst>
                          <a:ext uri="{FF2B5EF4-FFF2-40B4-BE49-F238E27FC236}">
                            <a16:creationId xmlns:a16="http://schemas.microsoft.com/office/drawing/2014/main" id="{F8C7D2B0-A8C6-D78E-6449-2A8F298997FE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6676814" y="1424517"/>
                        <a:ext cx="2751" cy="59986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258" name="Arrow: Down 257">
                      <a:extLst>
                        <a:ext uri="{FF2B5EF4-FFF2-40B4-BE49-F238E27FC236}">
                          <a16:creationId xmlns:a16="http://schemas.microsoft.com/office/drawing/2014/main" id="{09F5869A-043B-1237-757B-34945B1BEF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3428" y="3027101"/>
                      <a:ext cx="135231" cy="457898"/>
                    </a:xfrm>
                    <a:prstGeom prst="downArrow">
                      <a:avLst>
                        <a:gd name="adj1" fmla="val 18490"/>
                        <a:gd name="adj2" fmla="val 98761"/>
                      </a:avLst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270" name="Straight Connector 269">
                    <a:extLst>
                      <a:ext uri="{FF2B5EF4-FFF2-40B4-BE49-F238E27FC236}">
                        <a16:creationId xmlns:a16="http://schemas.microsoft.com/office/drawing/2014/main" id="{B747DA19-B518-3248-A125-462B90E7D0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136661" y="2557148"/>
                    <a:ext cx="388399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" name="Straight Connector 271">
                    <a:extLst>
                      <a:ext uri="{FF2B5EF4-FFF2-40B4-BE49-F238E27FC236}">
                        <a16:creationId xmlns:a16="http://schemas.microsoft.com/office/drawing/2014/main" id="{DFF79C7A-E7A0-2AFA-D691-121FBD39CA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108464" y="4320858"/>
                    <a:ext cx="391378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15E01FE0-1F6F-2323-816D-7BBE4C9E9286}"/>
                </a:ext>
              </a:extLst>
            </p:cNvPr>
            <p:cNvSpPr/>
            <p:nvPr/>
          </p:nvSpPr>
          <p:spPr>
            <a:xfrm flipH="1">
              <a:off x="5474251" y="4239784"/>
              <a:ext cx="86888" cy="8688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89BBBDF9-E4DB-2642-3991-C0B5F68081F0}"/>
                </a:ext>
              </a:extLst>
            </p:cNvPr>
            <p:cNvSpPr/>
            <p:nvPr/>
          </p:nvSpPr>
          <p:spPr>
            <a:xfrm flipH="1">
              <a:off x="5476025" y="2474686"/>
              <a:ext cx="86888" cy="8688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3" name="Plus Sign 282">
            <a:extLst>
              <a:ext uri="{FF2B5EF4-FFF2-40B4-BE49-F238E27FC236}">
                <a16:creationId xmlns:a16="http://schemas.microsoft.com/office/drawing/2014/main" id="{7D811E6A-E905-F985-B8E1-7EC9E58A60FE}"/>
              </a:ext>
            </a:extLst>
          </p:cNvPr>
          <p:cNvSpPr/>
          <p:nvPr/>
        </p:nvSpPr>
        <p:spPr>
          <a:xfrm>
            <a:off x="5144265" y="2402008"/>
            <a:ext cx="243840" cy="243840"/>
          </a:xfrm>
          <a:prstGeom prst="mathPlus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Minus Sign 283">
            <a:extLst>
              <a:ext uri="{FF2B5EF4-FFF2-40B4-BE49-F238E27FC236}">
                <a16:creationId xmlns:a16="http://schemas.microsoft.com/office/drawing/2014/main" id="{D75C0665-EC73-36D7-70B0-02E73E8EAC44}"/>
              </a:ext>
            </a:extLst>
          </p:cNvPr>
          <p:cNvSpPr/>
          <p:nvPr/>
        </p:nvSpPr>
        <p:spPr>
          <a:xfrm>
            <a:off x="5140376" y="4181925"/>
            <a:ext cx="243840" cy="243840"/>
          </a:xfrm>
          <a:prstGeom prst="mathMinus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D474FBB4-BC1A-E6D1-9231-BDAB7C370765}"/>
              </a:ext>
            </a:extLst>
          </p:cNvPr>
          <p:cNvSpPr txBox="1"/>
          <p:nvPr/>
        </p:nvSpPr>
        <p:spPr>
          <a:xfrm>
            <a:off x="5081863" y="3222530"/>
            <a:ext cx="444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8DAA4AE2-3002-A8B9-675A-CFF85C87B881}"/>
              </a:ext>
            </a:extLst>
          </p:cNvPr>
          <p:cNvGrpSpPr/>
          <p:nvPr/>
        </p:nvGrpSpPr>
        <p:grpSpPr>
          <a:xfrm>
            <a:off x="5191379" y="2769270"/>
            <a:ext cx="360540" cy="382367"/>
            <a:chOff x="4478875" y="3058811"/>
            <a:chExt cx="360540" cy="382367"/>
          </a:xfrm>
        </p:grpSpPr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009745FF-EFBA-17F9-A049-029CF9EB9B97}"/>
                </a:ext>
              </a:extLst>
            </p:cNvPr>
            <p:cNvCxnSpPr>
              <a:cxnSpLocks/>
            </p:cNvCxnSpPr>
            <p:nvPr/>
          </p:nvCxnSpPr>
          <p:spPr>
            <a:xfrm>
              <a:off x="4478875" y="3112693"/>
              <a:ext cx="3605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AA17B783-0A19-8E05-6C4B-1E56E087D48C}"/>
                </a:ext>
              </a:extLst>
            </p:cNvPr>
            <p:cNvSpPr txBox="1"/>
            <p:nvPr/>
          </p:nvSpPr>
          <p:spPr>
            <a:xfrm>
              <a:off x="4506392" y="3058811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sp>
        <p:nvSpPr>
          <p:cNvPr id="289" name="TextBox 288">
            <a:extLst>
              <a:ext uri="{FF2B5EF4-FFF2-40B4-BE49-F238E27FC236}">
                <a16:creationId xmlns:a16="http://schemas.microsoft.com/office/drawing/2014/main" id="{41B13A61-9BFC-23EF-D6C7-4C741906AD31}"/>
              </a:ext>
            </a:extLst>
          </p:cNvPr>
          <p:cNvSpPr txBox="1"/>
          <p:nvPr/>
        </p:nvSpPr>
        <p:spPr>
          <a:xfrm>
            <a:off x="6536798" y="1601013"/>
            <a:ext cx="2743487" cy="649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Winding #1 (Assumed to be input/driven winding)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E62FDF0C-B594-6EDE-FCE6-2F31F699627D}"/>
              </a:ext>
            </a:extLst>
          </p:cNvPr>
          <p:cNvSpPr txBox="1"/>
          <p:nvPr/>
        </p:nvSpPr>
        <p:spPr>
          <a:xfrm>
            <a:off x="4749705" y="5741419"/>
            <a:ext cx="5435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EQUIVALENT CIRCUIT MODEL OF</a:t>
            </a:r>
          </a:p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MULTI-WINDING, IDEAL TRANSFORMER</a:t>
            </a:r>
          </a:p>
        </p:txBody>
      </p:sp>
    </p:spTree>
    <p:extLst>
      <p:ext uri="{BB962C8B-B14F-4D97-AF65-F5344CB8AC3E}">
        <p14:creationId xmlns:p14="http://schemas.microsoft.com/office/powerpoint/2010/main" val="342687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D4C1-4101-D7F8-87F4-98383175E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94">
            <a:extLst>
              <a:ext uri="{FF2B5EF4-FFF2-40B4-BE49-F238E27FC236}">
                <a16:creationId xmlns:a16="http://schemas.microsoft.com/office/drawing/2014/main" id="{F0B1A257-FBE3-A7F7-8655-CC93A6E30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3" y="127629"/>
            <a:ext cx="7172347" cy="456303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Transformers with Multiple Windings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EAFEC0-9E6D-EA5A-6CA9-1334D81435BF}"/>
              </a:ext>
            </a:extLst>
          </p:cNvPr>
          <p:cNvGrpSpPr/>
          <p:nvPr/>
        </p:nvGrpSpPr>
        <p:grpSpPr>
          <a:xfrm>
            <a:off x="1461609" y="676069"/>
            <a:ext cx="3186801" cy="5835096"/>
            <a:chOff x="7884876" y="340092"/>
            <a:chExt cx="3373975" cy="617781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FE8A924-AA63-4A5E-97FA-1494621F37E8}"/>
                </a:ext>
              </a:extLst>
            </p:cNvPr>
            <p:cNvGrpSpPr/>
            <p:nvPr/>
          </p:nvGrpSpPr>
          <p:grpSpPr>
            <a:xfrm>
              <a:off x="7884876" y="340092"/>
              <a:ext cx="3373975" cy="6177816"/>
              <a:chOff x="7884876" y="340092"/>
              <a:chExt cx="3373975" cy="6177816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9D60F3E-A36C-5CD3-246C-70165403A988}"/>
                  </a:ext>
                </a:extLst>
              </p:cNvPr>
              <p:cNvGrpSpPr/>
              <p:nvPr/>
            </p:nvGrpSpPr>
            <p:grpSpPr>
              <a:xfrm>
                <a:off x="7884876" y="340092"/>
                <a:ext cx="3373975" cy="6177816"/>
                <a:chOff x="7691836" y="295644"/>
                <a:chExt cx="3373975" cy="6177816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C6DC7CF-D17F-6AEE-1741-A24810F29E44}"/>
                    </a:ext>
                  </a:extLst>
                </p:cNvPr>
                <p:cNvGrpSpPr/>
                <p:nvPr/>
              </p:nvGrpSpPr>
              <p:grpSpPr>
                <a:xfrm>
                  <a:off x="7691836" y="295644"/>
                  <a:ext cx="3373975" cy="6177816"/>
                  <a:chOff x="7229556" y="376924"/>
                  <a:chExt cx="3373975" cy="6177816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1252A6E5-E947-6659-98CB-1DADD1187AE9}"/>
                      </a:ext>
                    </a:extLst>
                  </p:cNvPr>
                  <p:cNvGrpSpPr/>
                  <p:nvPr/>
                </p:nvGrpSpPr>
                <p:grpSpPr>
                  <a:xfrm>
                    <a:off x="7229556" y="376924"/>
                    <a:ext cx="3373975" cy="6177816"/>
                    <a:chOff x="7229556" y="376924"/>
                    <a:chExt cx="3373975" cy="6177816"/>
                  </a:xfrm>
                </p:grpSpPr>
                <p:grpSp>
                  <p:nvGrpSpPr>
                    <p:cNvPr id="40" name="Group 39">
                      <a:extLst>
                        <a:ext uri="{FF2B5EF4-FFF2-40B4-BE49-F238E27FC236}">
                          <a16:creationId xmlns:a16="http://schemas.microsoft.com/office/drawing/2014/main" id="{0DAA9A6A-B6DE-29B8-0FE3-B648FF7F3B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29556" y="443480"/>
                      <a:ext cx="2881211" cy="6111260"/>
                      <a:chOff x="7120795" y="550151"/>
                      <a:chExt cx="2881211" cy="6111260"/>
                    </a:xfrm>
                  </p:grpSpPr>
                  <p:grpSp>
                    <p:nvGrpSpPr>
                      <p:cNvPr id="66" name="Group 65">
                        <a:extLst>
                          <a:ext uri="{FF2B5EF4-FFF2-40B4-BE49-F238E27FC236}">
                            <a16:creationId xmlns:a16="http://schemas.microsoft.com/office/drawing/2014/main" id="{30960B2E-9797-3465-7BD5-9985A051671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20795" y="550151"/>
                        <a:ext cx="2881211" cy="6111260"/>
                        <a:chOff x="7120795" y="550151"/>
                        <a:chExt cx="2881211" cy="6111260"/>
                      </a:xfrm>
                    </p:grpSpPr>
                    <p:sp>
                      <p:nvSpPr>
                        <p:cNvPr id="70" name="TextBox 69">
                          <a:extLst>
                            <a:ext uri="{FF2B5EF4-FFF2-40B4-BE49-F238E27FC236}">
                              <a16:creationId xmlns:a16="http://schemas.microsoft.com/office/drawing/2014/main" id="{A57B0336-3C6F-5835-036B-03BA628E239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120795" y="3421668"/>
                          <a:ext cx="444954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V</a:t>
                          </a:r>
                          <a:r>
                            <a:rPr lang="en-US" baseline="-25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p:txBody>
                    </p:sp>
                    <p:grpSp>
                      <p:nvGrpSpPr>
                        <p:cNvPr id="71" name="Group 70">
                          <a:extLst>
                            <a:ext uri="{FF2B5EF4-FFF2-40B4-BE49-F238E27FC236}">
                              <a16:creationId xmlns:a16="http://schemas.microsoft.com/office/drawing/2014/main" id="{80DB9465-08CD-56C3-BC9E-A2D841B7643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152099" y="550151"/>
                          <a:ext cx="2849907" cy="6111260"/>
                          <a:chOff x="7152099" y="550151"/>
                          <a:chExt cx="2849907" cy="6111260"/>
                        </a:xfrm>
                      </p:grpSpPr>
                      <p:sp>
                        <p:nvSpPr>
                          <p:cNvPr id="72" name="Plus Sign 71">
                            <a:extLst>
                              <a:ext uri="{FF2B5EF4-FFF2-40B4-BE49-F238E27FC236}">
                                <a16:creationId xmlns:a16="http://schemas.microsoft.com/office/drawing/2014/main" id="{7CEE6F9F-4CFB-31B3-6203-9E4F05558C9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152099" y="2889098"/>
                            <a:ext cx="243840" cy="243840"/>
                          </a:xfrm>
                          <a:prstGeom prst="mathPlus">
                            <a:avLst/>
                          </a:prstGeom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73" name="Minus Sign 72">
                            <a:extLst>
                              <a:ext uri="{FF2B5EF4-FFF2-40B4-BE49-F238E27FC236}">
                                <a16:creationId xmlns:a16="http://schemas.microsoft.com/office/drawing/2014/main" id="{5EEF5B15-DB8A-57F3-1129-040DD2406D4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152099" y="4154335"/>
                            <a:ext cx="243840" cy="243840"/>
                          </a:xfrm>
                          <a:prstGeom prst="mathMinus">
                            <a:avLst/>
                          </a:prstGeom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grpSp>
                        <p:nvGrpSpPr>
                          <p:cNvPr id="74" name="Group 73">
                            <a:extLst>
                              <a:ext uri="{FF2B5EF4-FFF2-40B4-BE49-F238E27FC236}">
                                <a16:creationId xmlns:a16="http://schemas.microsoft.com/office/drawing/2014/main" id="{128C0C6C-9327-7EE5-A7C2-A8A458920C3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510715" y="550151"/>
                            <a:ext cx="2491291" cy="6111260"/>
                            <a:chOff x="7510715" y="550151"/>
                            <a:chExt cx="2491291" cy="6111260"/>
                          </a:xfrm>
                        </p:grpSpPr>
                        <p:grpSp>
                          <p:nvGrpSpPr>
                            <p:cNvPr id="75" name="Group 74">
                              <a:extLst>
                                <a:ext uri="{FF2B5EF4-FFF2-40B4-BE49-F238E27FC236}">
                                  <a16:creationId xmlns:a16="http://schemas.microsoft.com/office/drawing/2014/main" id="{40C5E930-A03A-93A6-B357-955EDF17C3A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510715" y="550151"/>
                              <a:ext cx="2491291" cy="6111260"/>
                              <a:chOff x="7510715" y="550151"/>
                              <a:chExt cx="2491291" cy="6111260"/>
                            </a:xfrm>
                          </p:grpSpPr>
                          <p:grpSp>
                            <p:nvGrpSpPr>
                              <p:cNvPr id="79" name="Group 78">
                                <a:extLst>
                                  <a:ext uri="{FF2B5EF4-FFF2-40B4-BE49-F238E27FC236}">
                                    <a16:creationId xmlns:a16="http://schemas.microsoft.com/office/drawing/2014/main" id="{53F3A497-DAA8-711C-5B77-4A3E6AB228C5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510715" y="550151"/>
                                <a:ext cx="2491291" cy="6111260"/>
                                <a:chOff x="7510715" y="550151"/>
                                <a:chExt cx="2491291" cy="6111260"/>
                              </a:xfrm>
                            </p:grpSpPr>
                            <p:grpSp>
                              <p:nvGrpSpPr>
                                <p:cNvPr id="81" name="Group 80">
                                  <a:extLst>
                                    <a:ext uri="{FF2B5EF4-FFF2-40B4-BE49-F238E27FC236}">
                                      <a16:creationId xmlns:a16="http://schemas.microsoft.com/office/drawing/2014/main" id="{51F4A049-AF76-3E43-90C5-69ED4638E0F5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510715" y="550151"/>
                                  <a:ext cx="2491291" cy="6111260"/>
                                  <a:chOff x="7510715" y="550151"/>
                                  <a:chExt cx="2491291" cy="6111260"/>
                                </a:xfrm>
                              </p:grpSpPr>
                              <p:grpSp>
                                <p:nvGrpSpPr>
                                  <p:cNvPr id="84" name="Group 83">
                                    <a:extLst>
                                      <a:ext uri="{FF2B5EF4-FFF2-40B4-BE49-F238E27FC236}">
                                        <a16:creationId xmlns:a16="http://schemas.microsoft.com/office/drawing/2014/main" id="{5CE39630-7CE6-E7A4-9891-0B0A5CC56163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510715" y="550151"/>
                                    <a:ext cx="2491291" cy="6111260"/>
                                    <a:chOff x="7510715" y="550151"/>
                                    <a:chExt cx="2491291" cy="6111260"/>
                                  </a:xfrm>
                                </p:grpSpPr>
                                <p:grpSp>
                                  <p:nvGrpSpPr>
                                    <p:cNvPr id="86" name="Group 85">
                                      <a:extLst>
                                        <a:ext uri="{FF2B5EF4-FFF2-40B4-BE49-F238E27FC236}">
                                          <a16:creationId xmlns:a16="http://schemas.microsoft.com/office/drawing/2014/main" id="{3185BBAD-A326-B20B-96C4-415449B28AAF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7510715" y="550151"/>
                                      <a:ext cx="2491291" cy="6111260"/>
                                      <a:chOff x="7510715" y="550151"/>
                                      <a:chExt cx="2491291" cy="6111260"/>
                                    </a:xfrm>
                                  </p:grpSpPr>
                                  <p:grpSp>
                                    <p:nvGrpSpPr>
                                      <p:cNvPr id="88" name="Group 87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EED41720-0ABC-D588-1AA7-38EFEA7E5678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7510715" y="550151"/>
                                        <a:ext cx="2491291" cy="6111260"/>
                                        <a:chOff x="7510715" y="550151"/>
                                        <a:chExt cx="2491291" cy="6111260"/>
                                      </a:xfrm>
                                    </p:grpSpPr>
                                    <p:grpSp>
                                      <p:nvGrpSpPr>
                                        <p:cNvPr id="91" name="Group 90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CBCFC632-3CEE-08C7-7CC3-4D8A2DA9E132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7510715" y="550151"/>
                                          <a:ext cx="2491291" cy="6111260"/>
                                          <a:chOff x="7510715" y="550151"/>
                                          <a:chExt cx="2491291" cy="6111260"/>
                                        </a:xfrm>
                                      </p:grpSpPr>
                                      <p:grpSp>
                                        <p:nvGrpSpPr>
                                          <p:cNvPr id="94" name="Group 93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3F1E1E4C-6CF5-55CE-DB91-E49EF88BC1E2}"/>
                                              </a:ext>
                                            </a:extLst>
                                          </p:cNvPr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7510715" y="551257"/>
                                            <a:ext cx="2491291" cy="6110154"/>
                                            <a:chOff x="7510715" y="551257"/>
                                            <a:chExt cx="2491291" cy="6110154"/>
                                          </a:xfrm>
                                        </p:grpSpPr>
                                        <p:pic>
                                          <p:nvPicPr>
                                            <p:cNvPr id="101" name="Picture 100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6101E678-9240-A872-661D-3944D48B672A}"/>
                                                </a:ext>
                                              </a:extLst>
                                            </p:cNvPr>
                                            <p:cNvPicPr>
                                              <a:picLocks noChangeAspect="1"/>
                                            </p:cNvPicPr>
                                            <p:nvPr/>
                                          </p:nvPicPr>
                                          <p:blipFill>
                                            <a:blip r:embed="rId2"/>
                                            <a:stretch>
                                              <a:fillRect/>
                                            </a:stretch>
                                          </p:blipFill>
                                          <p:spPr>
                                            <a:xfrm>
                                              <a:off x="7525002" y="551257"/>
                                              <a:ext cx="2477004" cy="6110154"/>
                                            </a:xfrm>
                                            <a:prstGeom prst="rect">
                                              <a:avLst/>
                                            </a:prstGeom>
                                          </p:spPr>
                                        </p:pic>
                                        <p:sp>
                                          <p:nvSpPr>
                                            <p:cNvPr id="102" name="Oval 101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E00D8014-BBC3-7642-71A9-F1DF22DDC015}"/>
                                                </a:ext>
                                              </a:extLst>
                                            </p:cNvPr>
                                            <p:cNvSpPr/>
                                            <p:nvPr/>
                                          </p:nvSpPr>
                                          <p:spPr>
                                            <a:xfrm>
                                              <a:off x="7510715" y="2955984"/>
                                              <a:ext cx="110068" cy="110068"/>
                                            </a:xfrm>
                                            <a:prstGeom prst="ellipse">
                                              <a:avLst/>
                                            </a:prstGeom>
                                            <a:solidFill>
                                              <a:schemeClr val="bg1"/>
                                            </a:solidFill>
                                            <a:ln>
                                              <a:solidFill>
                                                <a:schemeClr val="tx1"/>
                                              </a:solidFill>
                                            </a:ln>
                                          </p:spPr>
                                          <p:style>
                                            <a:lnRef idx="2">
                                              <a:schemeClr val="accent1">
                                                <a:shade val="15000"/>
                                              </a:schemeClr>
                                            </a:lnRef>
                                            <a:fillRef idx="1">
                                              <a:schemeClr val="accent1"/>
                                            </a:fillRef>
                                            <a:effectRef idx="0">
                                              <a:schemeClr val="accent1"/>
                                            </a:effectRef>
                                            <a:fontRef idx="minor">
                                              <a:schemeClr val="lt1"/>
                                            </a:fontRef>
                                          </p:style>
                                          <p:txBody>
                                            <a:bodyPr rtlCol="0" anchor="ctr"/>
                                            <a:lstStyle/>
                                            <a:p>
                                              <a:pPr algn="ctr"/>
                                              <a:endParaRPr lang="en-US"/>
                                            </a:p>
                                          </p:txBody>
                                        </p:sp>
                                        <p:sp>
                                          <p:nvSpPr>
                                            <p:cNvPr id="103" name="Oval 102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916DE589-0C40-B2CA-D499-C4F7A30CE49A}"/>
                                                </a:ext>
                                              </a:extLst>
                                            </p:cNvPr>
                                            <p:cNvSpPr/>
                                            <p:nvPr/>
                                          </p:nvSpPr>
                                          <p:spPr>
                                            <a:xfrm>
                                              <a:off x="7510715" y="4221221"/>
                                              <a:ext cx="110068" cy="110068"/>
                                            </a:xfrm>
                                            <a:prstGeom prst="ellipse">
                                              <a:avLst/>
                                            </a:prstGeom>
                                            <a:solidFill>
                                              <a:schemeClr val="bg1"/>
                                            </a:solidFill>
                                            <a:ln>
                                              <a:solidFill>
                                                <a:schemeClr val="tx1"/>
                                              </a:solidFill>
                                            </a:ln>
                                          </p:spPr>
                                          <p:style>
                                            <a:lnRef idx="2">
                                              <a:schemeClr val="accent1">
                                                <a:shade val="15000"/>
                                              </a:schemeClr>
                                            </a:lnRef>
                                            <a:fillRef idx="1">
                                              <a:schemeClr val="accent1"/>
                                            </a:fillRef>
                                            <a:effectRef idx="0">
                                              <a:schemeClr val="accent1"/>
                                            </a:effectRef>
                                            <a:fontRef idx="minor">
                                              <a:schemeClr val="lt1"/>
                                            </a:fontRef>
                                          </p:style>
                                          <p:txBody>
                                            <a:bodyPr rtlCol="0" anchor="ctr"/>
                                            <a:lstStyle/>
                                            <a:p>
                                              <a:pPr algn="ctr"/>
                                              <a:endParaRPr lang="en-US"/>
                                            </a:p>
                                          </p:txBody>
                                        </p:sp>
                                      </p:grpSp>
                                      <p:sp>
                                        <p:nvSpPr>
                                          <p:cNvPr id="96" name="Oval 95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D0EEC2D3-CF07-9745-B82D-7B9B146FF56F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9891938" y="550151"/>
                                            <a:ext cx="110068" cy="110068"/>
                                          </a:xfrm>
                                          <a:prstGeom prst="ellipse">
                                            <a:avLst/>
                                          </a:prstGeom>
                                          <a:solidFill>
                                            <a:schemeClr val="bg1"/>
                                          </a:solidFill>
                                          <a:ln>
                                            <a:solidFill>
                                              <a:schemeClr val="tx1"/>
                                            </a:solidFill>
                                          </a:ln>
                                        </p:spPr>
                                        <p:style>
                                          <a:lnRef idx="2">
                                            <a:schemeClr val="accent1">
                                              <a:shade val="15000"/>
                                            </a:schemeClr>
                                          </a:lnRef>
                                          <a:fillRef idx="1">
                                            <a:schemeClr val="accent1"/>
                                          </a:fillRef>
                                          <a:effectRef idx="0">
                                            <a:schemeClr val="accent1"/>
                                          </a:effectRef>
                                          <a:fontRef idx="minor">
                                            <a:schemeClr val="lt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endParaRPr lang="en-US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98" name="Oval 97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BA19D386-A80A-3B54-7F3D-202DFA54F733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9891938" y="1815388"/>
                                            <a:ext cx="110068" cy="110068"/>
                                          </a:xfrm>
                                          <a:prstGeom prst="ellipse">
                                            <a:avLst/>
                                          </a:prstGeom>
                                          <a:solidFill>
                                            <a:schemeClr val="bg1"/>
                                          </a:solidFill>
                                          <a:ln>
                                            <a:solidFill>
                                              <a:schemeClr val="tx1"/>
                                            </a:solidFill>
                                          </a:ln>
                                        </p:spPr>
                                        <p:style>
                                          <a:lnRef idx="2">
                                            <a:schemeClr val="accent1">
                                              <a:shade val="15000"/>
                                            </a:schemeClr>
                                          </a:lnRef>
                                          <a:fillRef idx="1">
                                            <a:schemeClr val="accent1"/>
                                          </a:fillRef>
                                          <a:effectRef idx="0">
                                            <a:schemeClr val="accent1"/>
                                          </a:effectRef>
                                          <a:fontRef idx="minor">
                                            <a:schemeClr val="lt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endParaRPr lang="en-US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99" name="Oval 98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3642FD55-500C-F2A7-0F2E-6DEC351603F7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9891938" y="2108729"/>
                                            <a:ext cx="110068" cy="110068"/>
                                          </a:xfrm>
                                          <a:prstGeom prst="ellipse">
                                            <a:avLst/>
                                          </a:prstGeom>
                                          <a:solidFill>
                                            <a:schemeClr val="bg1"/>
                                          </a:solidFill>
                                          <a:ln>
                                            <a:solidFill>
                                              <a:schemeClr val="tx1"/>
                                            </a:solidFill>
                                          </a:ln>
                                        </p:spPr>
                                        <p:style>
                                          <a:lnRef idx="2">
                                            <a:schemeClr val="accent1">
                                              <a:shade val="15000"/>
                                            </a:schemeClr>
                                          </a:lnRef>
                                          <a:fillRef idx="1">
                                            <a:schemeClr val="accent1"/>
                                          </a:fillRef>
                                          <a:effectRef idx="0">
                                            <a:schemeClr val="accent1"/>
                                          </a:effectRef>
                                          <a:fontRef idx="minor">
                                            <a:schemeClr val="lt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endParaRPr lang="en-US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100" name="Oval 99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DABDE5D5-2887-0E57-E1D5-FD9024B49B99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9891938" y="3373966"/>
                                            <a:ext cx="110068" cy="110068"/>
                                          </a:xfrm>
                                          <a:prstGeom prst="ellipse">
                                            <a:avLst/>
                                          </a:prstGeom>
                                          <a:solidFill>
                                            <a:schemeClr val="bg1"/>
                                          </a:solidFill>
                                          <a:ln>
                                            <a:solidFill>
                                              <a:schemeClr val="tx1"/>
                                            </a:solidFill>
                                          </a:ln>
                                        </p:spPr>
                                        <p:style>
                                          <a:lnRef idx="2">
                                            <a:schemeClr val="accent1">
                                              <a:shade val="15000"/>
                                            </a:schemeClr>
                                          </a:lnRef>
                                          <a:fillRef idx="1">
                                            <a:schemeClr val="accent1"/>
                                          </a:fillRef>
                                          <a:effectRef idx="0">
                                            <a:schemeClr val="accent1"/>
                                          </a:effectRef>
                                          <a:fontRef idx="minor">
                                            <a:schemeClr val="lt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endParaRPr lang="en-US"/>
                                          </a:p>
                                        </p:txBody>
                                      </p:sp>
                                    </p:grpSp>
                                    <p:sp>
                                      <p:nvSpPr>
                                        <p:cNvPr id="92" name="Oval 91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9A8F157-D9FE-FA6B-2015-B43155EBB6E8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9891938" y="3651068"/>
                                          <a:ext cx="110068" cy="110068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bg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  <p:sp>
                                      <p:nvSpPr>
                                        <p:cNvPr id="93" name="Oval 92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1E304D24-0BF8-1EF9-5D6A-DDB98012CBD9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9891938" y="4916305"/>
                                          <a:ext cx="110068" cy="110068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bg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89" name="Oval 88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AD0C0061-70B5-2ADC-2194-84D99B84211C}"/>
                                          </a:ext>
                                        </a:extLst>
                                      </p:cNvPr>
                                      <p:cNvSpPr/>
                                      <p:nvPr/>
                                    </p:nvSpPr>
                                    <p:spPr>
                                      <a:xfrm>
                                        <a:off x="9891938" y="5205672"/>
                                        <a:ext cx="110068" cy="110068"/>
                                      </a:xfrm>
                                      <a:prstGeom prst="ellipse">
                                        <a:avLst/>
                                      </a:prstGeom>
                                      <a:solidFill>
                                        <a:schemeClr val="bg1"/>
                                      </a:solidFill>
                                      <a:ln>
                                        <a:solidFill>
                                          <a:schemeClr val="tx1"/>
                                        </a:solidFill>
                                      </a:ln>
                                    </p:spPr>
                                    <p:style>
                                      <a:lnRef idx="2">
                                        <a:schemeClr val="accent1">
                                          <a:shade val="15000"/>
                                        </a:schemeClr>
                                      </a:lnRef>
                                      <a:fillRef idx="1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lt1"/>
                                      </a:fontRef>
                                    </p:style>
                                    <p:txBody>
                                      <a:bodyPr rtlCol="0" anchor="ctr"/>
                                      <a:lstStyle/>
                                      <a:p>
                                        <a:pPr algn="ctr"/>
                                        <a:endParaRPr lang="en-US"/>
                                      </a:p>
                                    </p:txBody>
                                  </p:sp>
                                  <p:sp>
                                    <p:nvSpPr>
                                      <p:cNvPr id="90" name="Oval 89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68AFA5AC-E0F0-EA95-7754-F7DC9D0F06DA}"/>
                                          </a:ext>
                                        </a:extLst>
                                      </p:cNvPr>
                                      <p:cNvSpPr/>
                                      <p:nvPr/>
                                    </p:nvSpPr>
                                    <p:spPr>
                                      <a:xfrm>
                                        <a:off x="9891938" y="6470909"/>
                                        <a:ext cx="110068" cy="110068"/>
                                      </a:xfrm>
                                      <a:prstGeom prst="ellipse">
                                        <a:avLst/>
                                      </a:prstGeom>
                                      <a:solidFill>
                                        <a:schemeClr val="bg1"/>
                                      </a:solidFill>
                                      <a:ln>
                                        <a:solidFill>
                                          <a:schemeClr val="tx1"/>
                                        </a:solidFill>
                                      </a:ln>
                                    </p:spPr>
                                    <p:style>
                                      <a:lnRef idx="2">
                                        <a:schemeClr val="accent1">
                                          <a:shade val="15000"/>
                                        </a:schemeClr>
                                      </a:lnRef>
                                      <a:fillRef idx="1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lt1"/>
                                      </a:fontRef>
                                    </p:style>
                                    <p:txBody>
                                      <a:bodyPr rtlCol="0" anchor="ctr"/>
                                      <a:lstStyle/>
                                      <a:p>
                                        <a:pPr algn="ctr"/>
                                        <a:endParaRPr lang="en-US"/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87" name="Oval 86">
                                      <a:extLst>
                                        <a:ext uri="{FF2B5EF4-FFF2-40B4-BE49-F238E27FC236}">
                                          <a16:creationId xmlns:a16="http://schemas.microsoft.com/office/drawing/2014/main" id="{39894E0C-33A5-2CB3-A59C-4110BB058730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7992142" y="3234327"/>
                                      <a:ext cx="102583" cy="102583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tx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85" name="Oval 84">
                                    <a:extLst>
                                      <a:ext uri="{FF2B5EF4-FFF2-40B4-BE49-F238E27FC236}">
                                        <a16:creationId xmlns:a16="http://schemas.microsoft.com/office/drawing/2014/main" id="{7CA4652F-D4A8-DEB5-02D9-41C5E408E007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9403618" y="2400457"/>
                                    <a:ext cx="102583" cy="102583"/>
                                  </a:xfrm>
                                  <a:prstGeom prst="ellipse">
                                    <a:avLst/>
                                  </a:prstGeom>
                                  <a:solidFill>
                                    <a:schemeClr val="tx1"/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82" name="Oval 81">
                                  <a:extLst>
                                    <a:ext uri="{FF2B5EF4-FFF2-40B4-BE49-F238E27FC236}">
                                      <a16:creationId xmlns:a16="http://schemas.microsoft.com/office/drawing/2014/main" id="{E0A9EAF0-D6CC-5926-2D39-3626AD96BAE4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9454910" y="3942951"/>
                                  <a:ext cx="102583" cy="102583"/>
                                </a:xfrm>
                                <a:prstGeom prst="ellipse">
                                  <a:avLst/>
                                </a:prstGeom>
                                <a:solidFill>
                                  <a:schemeClr val="tx1"/>
                                </a:solidFill>
                                <a:ln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83" name="Oval 82">
                                  <a:extLst>
                                    <a:ext uri="{FF2B5EF4-FFF2-40B4-BE49-F238E27FC236}">
                                      <a16:creationId xmlns:a16="http://schemas.microsoft.com/office/drawing/2014/main" id="{2251144D-A893-CA0E-8404-D34D45025CC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9454910" y="5485445"/>
                                  <a:ext cx="102583" cy="102583"/>
                                </a:xfrm>
                                <a:prstGeom prst="ellipse">
                                  <a:avLst/>
                                </a:prstGeom>
                                <a:solidFill>
                                  <a:schemeClr val="tx1"/>
                                </a:solidFill>
                                <a:ln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80" name="Oval 79">
                                <a:extLst>
                                  <a:ext uri="{FF2B5EF4-FFF2-40B4-BE49-F238E27FC236}">
                                    <a16:creationId xmlns:a16="http://schemas.microsoft.com/office/drawing/2014/main" id="{E11935CC-8080-08F2-68A2-6236E3E08A6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403618" y="826159"/>
                                <a:ext cx="102583" cy="102583"/>
                              </a:xfrm>
                              <a:prstGeom prst="ellipse">
                                <a:avLst/>
                              </a:prstGeom>
                              <a:solidFill>
                                <a:schemeClr val="tx1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76" name="Group 75">
                              <a:extLst>
                                <a:ext uri="{FF2B5EF4-FFF2-40B4-BE49-F238E27FC236}">
                                  <a16:creationId xmlns:a16="http://schemas.microsoft.com/office/drawing/2014/main" id="{AD76820C-399F-F77B-9D0C-AA8E7501E07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8719815" y="594331"/>
                              <a:ext cx="80146" cy="5938232"/>
                              <a:chOff x="8884886" y="593801"/>
                              <a:chExt cx="80146" cy="5938232"/>
                            </a:xfrm>
                          </p:grpSpPr>
                          <p:cxnSp>
                            <p:nvCxnSpPr>
                              <p:cNvPr id="77" name="Straight Connector 76">
                                <a:extLst>
                                  <a:ext uri="{FF2B5EF4-FFF2-40B4-BE49-F238E27FC236}">
                                    <a16:creationId xmlns:a16="http://schemas.microsoft.com/office/drawing/2014/main" id="{CD99B182-2BE8-2A98-2B1B-3CAC74AEB929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8884886" y="593801"/>
                                <a:ext cx="0" cy="5931612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78" name="Straight Connector 77">
                                <a:extLst>
                                  <a:ext uri="{FF2B5EF4-FFF2-40B4-BE49-F238E27FC236}">
                                    <a16:creationId xmlns:a16="http://schemas.microsoft.com/office/drawing/2014/main" id="{A948CF96-A8F3-293F-E78A-178C604C91A8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8965032" y="604655"/>
                                <a:ext cx="0" cy="5927378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1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</p:grpSp>
                  </p:grpSp>
                  <p:grpSp>
                    <p:nvGrpSpPr>
                      <p:cNvPr id="67" name="Group 66">
                        <a:extLst>
                          <a:ext uri="{FF2B5EF4-FFF2-40B4-BE49-F238E27FC236}">
                            <a16:creationId xmlns:a16="http://schemas.microsoft.com/office/drawing/2014/main" id="{27541BF2-BA6F-221D-1B45-345C2A9D4CD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56916" y="3132938"/>
                        <a:ext cx="360540" cy="382367"/>
                        <a:chOff x="7664450" y="2612898"/>
                        <a:chExt cx="360540" cy="382367"/>
                      </a:xfrm>
                    </p:grpSpPr>
                    <p:cxnSp>
                      <p:nvCxnSpPr>
                        <p:cNvPr id="68" name="Straight Arrow Connector 67">
                          <a:extLst>
                            <a:ext uri="{FF2B5EF4-FFF2-40B4-BE49-F238E27FC236}">
                              <a16:creationId xmlns:a16="http://schemas.microsoft.com/office/drawing/2014/main" id="{71FF410A-F9BE-2622-E610-F6741F7F1FC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664450" y="2666780"/>
                          <a:ext cx="360540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69" name="TextBox 68">
                          <a:extLst>
                            <a:ext uri="{FF2B5EF4-FFF2-40B4-BE49-F238E27FC236}">
                              <a16:creationId xmlns:a16="http://schemas.microsoft.com/office/drawing/2014/main" id="{DA43DB85-157E-B886-A1CE-51ACBF83C12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691967" y="2612898"/>
                          <a:ext cx="333023" cy="38236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i</a:t>
                          </a:r>
                          <a:r>
                            <a:rPr lang="en-US" baseline="-25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41" name="Group 40">
                      <a:extLst>
                        <a:ext uri="{FF2B5EF4-FFF2-40B4-BE49-F238E27FC236}">
                          <a16:creationId xmlns:a16="http://schemas.microsoft.com/office/drawing/2014/main" id="{C874A946-D9A4-C9B0-4FAB-FC69037565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50973" y="5173103"/>
                      <a:ext cx="364719" cy="382367"/>
                      <a:chOff x="3484738" y="3453041"/>
                      <a:chExt cx="364719" cy="382367"/>
                    </a:xfrm>
                  </p:grpSpPr>
                  <p:cxnSp>
                    <p:nvCxnSpPr>
                      <p:cNvPr id="62" name="Straight Arrow Connector 61">
                        <a:extLst>
                          <a:ext uri="{FF2B5EF4-FFF2-40B4-BE49-F238E27FC236}">
                            <a16:creationId xmlns:a16="http://schemas.microsoft.com/office/drawing/2014/main" id="{5A9F1BCD-8DA6-56FC-4711-6A0E26E0B0A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3484738" y="3523151"/>
                        <a:ext cx="276225" cy="0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3" name="TextBox 62">
                        <a:extLst>
                          <a:ext uri="{FF2B5EF4-FFF2-40B4-BE49-F238E27FC236}">
                            <a16:creationId xmlns:a16="http://schemas.microsoft.com/office/drawing/2014/main" id="{478BB8F0-FDC8-7C76-5A6D-1A3FD5A9F55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16434" y="3453041"/>
                        <a:ext cx="333023" cy="38236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 err="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i</a:t>
                        </a:r>
                        <a:r>
                          <a:rPr lang="en-US" baseline="-25000" dirty="0" err="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k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1D1F9C13-CAC4-4D13-C83E-E68F237465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58577" y="909494"/>
                      <a:ext cx="4449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45" name="Plus Sign 44">
                      <a:extLst>
                        <a:ext uri="{FF2B5EF4-FFF2-40B4-BE49-F238E27FC236}">
                          <a16:creationId xmlns:a16="http://schemas.microsoft.com/office/drawing/2014/main" id="{5F41C9C2-2FB7-5CDB-BC92-E0D61042F1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9881" y="376924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9" name="Minus Sign 48">
                      <a:extLst>
                        <a:ext uri="{FF2B5EF4-FFF2-40B4-BE49-F238E27FC236}">
                          <a16:creationId xmlns:a16="http://schemas.microsoft.com/office/drawing/2014/main" id="{69D8A4DA-5479-8EAE-6945-954E1D621B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9881" y="1642161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C9510AF0-8957-C4E5-D500-2F758A45BE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57622" y="2467742"/>
                      <a:ext cx="4449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p:txBody>
                </p:sp>
                <p:sp>
                  <p:nvSpPr>
                    <p:cNvPr id="51" name="Plus Sign 50">
                      <a:extLst>
                        <a:ext uri="{FF2B5EF4-FFF2-40B4-BE49-F238E27FC236}">
                          <a16:creationId xmlns:a16="http://schemas.microsoft.com/office/drawing/2014/main" id="{AA52007F-83BB-8F53-7F0E-4FB7BCBF63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8926" y="1935172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2" name="Minus Sign 51">
                      <a:extLst>
                        <a:ext uri="{FF2B5EF4-FFF2-40B4-BE49-F238E27FC236}">
                          <a16:creationId xmlns:a16="http://schemas.microsoft.com/office/drawing/2014/main" id="{966863ED-92CD-909B-708A-D4E68F3823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8926" y="3200409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84CC9334-7608-1D75-7FA0-7E7D01A53E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57622" y="4011203"/>
                      <a:ext cx="4449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p:txBody>
                </p:sp>
                <p:sp>
                  <p:nvSpPr>
                    <p:cNvPr id="54" name="Plus Sign 53">
                      <a:extLst>
                        <a:ext uri="{FF2B5EF4-FFF2-40B4-BE49-F238E27FC236}">
                          <a16:creationId xmlns:a16="http://schemas.microsoft.com/office/drawing/2014/main" id="{05470D8D-0244-DEB4-6D2B-523F086F8F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8926" y="3478633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5" name="Minus Sign 54">
                      <a:extLst>
                        <a:ext uri="{FF2B5EF4-FFF2-40B4-BE49-F238E27FC236}">
                          <a16:creationId xmlns:a16="http://schemas.microsoft.com/office/drawing/2014/main" id="{0C2D3BED-FDF9-DF5F-1776-CA537B616C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8926" y="4743870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830077C1-2B80-F3CE-515A-8E9A9AFD64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56093" y="5571305"/>
                      <a:ext cx="444954" cy="39102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  <a:endParaRPr lang="en-US" baseline="-25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0" name="Plus Sign 59">
                      <a:extLst>
                        <a:ext uri="{FF2B5EF4-FFF2-40B4-BE49-F238E27FC236}">
                          <a16:creationId xmlns:a16="http://schemas.microsoft.com/office/drawing/2014/main" id="{A53BB77E-976A-3A9A-4EA2-CFB8C2C3D1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7397" y="5038735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1" name="Minus Sign 60">
                      <a:extLst>
                        <a:ext uri="{FF2B5EF4-FFF2-40B4-BE49-F238E27FC236}">
                          <a16:creationId xmlns:a16="http://schemas.microsoft.com/office/drawing/2014/main" id="{DD9BBA37-E9A3-BC80-549F-01D3C1A06D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87397" y="6303972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6435F1EC-9470-B750-FC60-A045E259C5B3}"/>
                      </a:ext>
                    </a:extLst>
                  </p:cNvPr>
                  <p:cNvGrpSpPr/>
                  <p:nvPr/>
                </p:nvGrpSpPr>
                <p:grpSpPr>
                  <a:xfrm>
                    <a:off x="9655531" y="542421"/>
                    <a:ext cx="364719" cy="382367"/>
                    <a:chOff x="3579813" y="3467528"/>
                    <a:chExt cx="364719" cy="382367"/>
                  </a:xfrm>
                </p:grpSpPr>
                <p:cxnSp>
                  <p:nvCxnSpPr>
                    <p:cNvPr id="38" name="Straight Arrow Connector 37">
                      <a:extLst>
                        <a:ext uri="{FF2B5EF4-FFF2-40B4-BE49-F238E27FC236}">
                          <a16:creationId xmlns:a16="http://schemas.microsoft.com/office/drawing/2014/main" id="{07607A71-C5AD-2D46-6B3A-59F601B92E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579813" y="3537638"/>
                      <a:ext cx="27622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372A0557-B64F-71B5-79D5-83522FCA560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1509" y="3467528"/>
                      <a:ext cx="333023" cy="3823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E20525D2-299F-BEE6-36DB-32CA6B90AC52}"/>
                      </a:ext>
                    </a:extLst>
                  </p:cNvPr>
                  <p:cNvGrpSpPr/>
                  <p:nvPr/>
                </p:nvGrpSpPr>
                <p:grpSpPr>
                  <a:xfrm>
                    <a:off x="9654450" y="2126801"/>
                    <a:ext cx="364719" cy="382367"/>
                    <a:chOff x="3579813" y="3467528"/>
                    <a:chExt cx="364719" cy="382367"/>
                  </a:xfrm>
                </p:grpSpPr>
                <p:cxnSp>
                  <p:nvCxnSpPr>
                    <p:cNvPr id="36" name="Straight Arrow Connector 35">
                      <a:extLst>
                        <a:ext uri="{FF2B5EF4-FFF2-40B4-BE49-F238E27FC236}">
                          <a16:creationId xmlns:a16="http://schemas.microsoft.com/office/drawing/2014/main" id="{C1889E24-7F34-091E-61FA-AC10DF7674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579813" y="3537638"/>
                      <a:ext cx="27622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5AF4AD4F-4585-457B-39F8-B2A067EC58D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1509" y="3467528"/>
                      <a:ext cx="333023" cy="3823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p:txBody>
                </p:sp>
              </p:grpSp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FAB5ADA1-03CC-2A78-45E3-4B34A2C2E483}"/>
                      </a:ext>
                    </a:extLst>
                  </p:cNvPr>
                  <p:cNvGrpSpPr/>
                  <p:nvPr/>
                </p:nvGrpSpPr>
                <p:grpSpPr>
                  <a:xfrm>
                    <a:off x="9654450" y="3628616"/>
                    <a:ext cx="364719" cy="382367"/>
                    <a:chOff x="3579813" y="3467528"/>
                    <a:chExt cx="364719" cy="382367"/>
                  </a:xfrm>
                </p:grpSpPr>
                <p:cxnSp>
                  <p:nvCxnSpPr>
                    <p:cNvPr id="34" name="Straight Arrow Connector 33">
                      <a:extLst>
                        <a:ext uri="{FF2B5EF4-FFF2-40B4-BE49-F238E27FC236}">
                          <a16:creationId xmlns:a16="http://schemas.microsoft.com/office/drawing/2014/main" id="{A2892D7D-2820-4F5B-07BE-47540D858B4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579813" y="3537638"/>
                      <a:ext cx="27622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DE722A5F-1E7C-9079-6194-28A0E99C54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1509" y="3467528"/>
                      <a:ext cx="333023" cy="3823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p:txBody>
                </p:sp>
              </p:grp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4073886F-C661-F7D1-990E-8710D19C0D35}"/>
                    </a:ext>
                  </a:extLst>
                </p:cNvPr>
                <p:cNvGrpSpPr/>
                <p:nvPr/>
              </p:nvGrpSpPr>
              <p:grpSpPr>
                <a:xfrm>
                  <a:off x="10228505" y="4823357"/>
                  <a:ext cx="45719" cy="225349"/>
                  <a:chOff x="3838781" y="3659913"/>
                  <a:chExt cx="45721" cy="225359"/>
                </a:xfrm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F7839351-A361-E5E2-6267-641CA0001A8A}"/>
                      </a:ext>
                    </a:extLst>
                  </p:cNvPr>
                  <p:cNvSpPr/>
                  <p:nvPr/>
                </p:nvSpPr>
                <p:spPr>
                  <a:xfrm>
                    <a:off x="3838783" y="3659913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9ABC23BB-E02E-A19B-A1DB-CB85F749A5E3}"/>
                      </a:ext>
                    </a:extLst>
                  </p:cNvPr>
                  <p:cNvSpPr/>
                  <p:nvPr/>
                </p:nvSpPr>
                <p:spPr>
                  <a:xfrm>
                    <a:off x="3838782" y="3755000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2D2B4A66-91EC-F489-D30F-3A24FE06999F}"/>
                      </a:ext>
                    </a:extLst>
                  </p:cNvPr>
                  <p:cNvSpPr/>
                  <p:nvPr/>
                </p:nvSpPr>
                <p:spPr>
                  <a:xfrm>
                    <a:off x="3838781" y="3839553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68283C-0F20-21A5-6842-C0044D85327F}"/>
                  </a:ext>
                </a:extLst>
              </p:cNvPr>
              <p:cNvSpPr txBox="1"/>
              <p:nvPr/>
            </p:nvSpPr>
            <p:spPr>
              <a:xfrm>
                <a:off x="9081692" y="3285497"/>
                <a:ext cx="482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09C7A7-CDC2-6232-3D9D-F46A5A0A9EE3}"/>
                  </a:ext>
                </a:extLst>
              </p:cNvPr>
              <p:cNvSpPr txBox="1"/>
              <p:nvPr/>
            </p:nvSpPr>
            <p:spPr>
              <a:xfrm>
                <a:off x="9584354" y="911048"/>
                <a:ext cx="482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E25B459-521C-5291-2609-32B025045CBE}"/>
                  </a:ext>
                </a:extLst>
              </p:cNvPr>
              <p:cNvSpPr txBox="1"/>
              <p:nvPr/>
            </p:nvSpPr>
            <p:spPr>
              <a:xfrm>
                <a:off x="9584354" y="2412177"/>
                <a:ext cx="482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F13E4F-565F-E226-7E16-0A1ADFDEC1BF}"/>
                  </a:ext>
                </a:extLst>
              </p:cNvPr>
              <p:cNvSpPr txBox="1"/>
              <p:nvPr/>
            </p:nvSpPr>
            <p:spPr>
              <a:xfrm>
                <a:off x="9584346" y="3975822"/>
                <a:ext cx="482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62F1F6-5F49-7D95-670F-E8AEBD4ACFCB}"/>
                  </a:ext>
                </a:extLst>
              </p:cNvPr>
              <p:cNvSpPr txBox="1"/>
              <p:nvPr/>
            </p:nvSpPr>
            <p:spPr>
              <a:xfrm>
                <a:off x="9582748" y="5478402"/>
                <a:ext cx="482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endPara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6276CB1-9ADC-A113-A0FE-8F16EC7D39EF}"/>
                </a:ext>
              </a:extLst>
            </p:cNvPr>
            <p:cNvGrpSpPr/>
            <p:nvPr/>
          </p:nvGrpSpPr>
          <p:grpSpPr>
            <a:xfrm>
              <a:off x="9750422" y="4345597"/>
              <a:ext cx="48889" cy="1132252"/>
              <a:chOff x="6814743" y="4910922"/>
              <a:chExt cx="48889" cy="113225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F39FE22-E70E-99E2-4040-0292D71C01B9}"/>
                  </a:ext>
                </a:extLst>
              </p:cNvPr>
              <p:cNvSpPr/>
              <p:nvPr/>
            </p:nvSpPr>
            <p:spPr>
              <a:xfrm>
                <a:off x="6814747" y="4910922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BF54CF7-EFCB-67E0-49E0-6F4BFFAD0561}"/>
                  </a:ext>
                </a:extLst>
              </p:cNvPr>
              <p:cNvSpPr/>
              <p:nvPr/>
            </p:nvSpPr>
            <p:spPr>
              <a:xfrm>
                <a:off x="6814745" y="5090554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4E0B28C-9B8A-85E3-FA07-BCE88B909B5C}"/>
                  </a:ext>
                </a:extLst>
              </p:cNvPr>
              <p:cNvSpPr/>
              <p:nvPr/>
            </p:nvSpPr>
            <p:spPr>
              <a:xfrm>
                <a:off x="6814746" y="5280720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66274D0-097F-47E6-60A6-A58C836B7893}"/>
                  </a:ext>
                </a:extLst>
              </p:cNvPr>
              <p:cNvSpPr/>
              <p:nvPr/>
            </p:nvSpPr>
            <p:spPr>
              <a:xfrm>
                <a:off x="6814745" y="5460352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62EF7E9-ADF0-0980-D05E-140B8E587DE1}"/>
                  </a:ext>
                </a:extLst>
              </p:cNvPr>
              <p:cNvSpPr/>
              <p:nvPr/>
            </p:nvSpPr>
            <p:spPr>
              <a:xfrm>
                <a:off x="6814743" y="5639984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D73B9E3-36C5-9C0A-3C5C-16BED4EBCF19}"/>
                  </a:ext>
                </a:extLst>
              </p:cNvPr>
              <p:cNvSpPr/>
              <p:nvPr/>
            </p:nvSpPr>
            <p:spPr>
              <a:xfrm>
                <a:off x="6814744" y="5830150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36EE5AC-629C-D1E1-2E3F-4491D51E6ADC}"/>
                  </a:ext>
                </a:extLst>
              </p:cNvPr>
              <p:cNvSpPr/>
              <p:nvPr/>
            </p:nvSpPr>
            <p:spPr>
              <a:xfrm>
                <a:off x="6817915" y="5997457"/>
                <a:ext cx="45717" cy="457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27" name="TextBox 326">
            <a:extLst>
              <a:ext uri="{FF2B5EF4-FFF2-40B4-BE49-F238E27FC236}">
                <a16:creationId xmlns:a16="http://schemas.microsoft.com/office/drawing/2014/main" id="{84D73840-85D5-524C-98A1-E72BA343B43B}"/>
              </a:ext>
            </a:extLst>
          </p:cNvPr>
          <p:cNvSpPr txBox="1"/>
          <p:nvPr/>
        </p:nvSpPr>
        <p:spPr>
          <a:xfrm>
            <a:off x="5920972" y="1401939"/>
            <a:ext cx="2143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Winding #1’s in parallel</a:t>
            </a:r>
          </a:p>
        </p:txBody>
      </p: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A4F78A43-9DC5-A2AB-EC84-716BB9548CEA}"/>
              </a:ext>
            </a:extLst>
          </p:cNvPr>
          <p:cNvGrpSpPr/>
          <p:nvPr/>
        </p:nvGrpSpPr>
        <p:grpSpPr>
          <a:xfrm>
            <a:off x="8276292" y="650168"/>
            <a:ext cx="2454099" cy="5860997"/>
            <a:chOff x="8539266" y="649308"/>
            <a:chExt cx="2454099" cy="5860997"/>
          </a:xfrm>
        </p:grpSpPr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DB54CACB-BBE2-EA0A-A224-753C2A2527FF}"/>
                </a:ext>
              </a:extLst>
            </p:cNvPr>
            <p:cNvGrpSpPr/>
            <p:nvPr/>
          </p:nvGrpSpPr>
          <p:grpSpPr>
            <a:xfrm>
              <a:off x="8539266" y="649308"/>
              <a:ext cx="2454099" cy="5860997"/>
              <a:chOff x="7243997" y="707624"/>
              <a:chExt cx="2454099" cy="5860997"/>
            </a:xfrm>
          </p:grpSpPr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916761C0-EE89-9F7E-B5BC-5F6FF87C2F43}"/>
                  </a:ext>
                </a:extLst>
              </p:cNvPr>
              <p:cNvGrpSpPr/>
              <p:nvPr/>
            </p:nvGrpSpPr>
            <p:grpSpPr>
              <a:xfrm>
                <a:off x="7243997" y="707624"/>
                <a:ext cx="2454099" cy="5860997"/>
                <a:chOff x="7243997" y="707624"/>
                <a:chExt cx="2454099" cy="5860997"/>
              </a:xfrm>
            </p:grpSpPr>
            <p:grpSp>
              <p:nvGrpSpPr>
                <p:cNvPr id="274" name="Group 273">
                  <a:extLst>
                    <a:ext uri="{FF2B5EF4-FFF2-40B4-BE49-F238E27FC236}">
                      <a16:creationId xmlns:a16="http://schemas.microsoft.com/office/drawing/2014/main" id="{6791D069-ECF1-9126-C970-5F7B7D2D2F22}"/>
                    </a:ext>
                  </a:extLst>
                </p:cNvPr>
                <p:cNvGrpSpPr/>
                <p:nvPr/>
              </p:nvGrpSpPr>
              <p:grpSpPr>
                <a:xfrm>
                  <a:off x="7529597" y="707624"/>
                  <a:ext cx="2168499" cy="5860997"/>
                  <a:chOff x="7529597" y="707624"/>
                  <a:chExt cx="2168499" cy="5860997"/>
                </a:xfrm>
              </p:grpSpPr>
              <p:grpSp>
                <p:nvGrpSpPr>
                  <p:cNvPr id="260" name="Group 259">
                    <a:extLst>
                      <a:ext uri="{FF2B5EF4-FFF2-40B4-BE49-F238E27FC236}">
                        <a16:creationId xmlns:a16="http://schemas.microsoft.com/office/drawing/2014/main" id="{FE04919F-C918-119B-7888-B8D471A48EAD}"/>
                      </a:ext>
                    </a:extLst>
                  </p:cNvPr>
                  <p:cNvGrpSpPr/>
                  <p:nvPr/>
                </p:nvGrpSpPr>
                <p:grpSpPr>
                  <a:xfrm>
                    <a:off x="7529597" y="707624"/>
                    <a:ext cx="2168499" cy="5860997"/>
                    <a:chOff x="7677908" y="710431"/>
                    <a:chExt cx="2168499" cy="5860997"/>
                  </a:xfrm>
                </p:grpSpPr>
                <p:pic>
                  <p:nvPicPr>
                    <p:cNvPr id="107" name="Picture 106">
                      <a:extLst>
                        <a:ext uri="{FF2B5EF4-FFF2-40B4-BE49-F238E27FC236}">
                          <a16:creationId xmlns:a16="http://schemas.microsoft.com/office/drawing/2014/main" id="{D73A4B54-DBC1-F6F8-F6D7-074662D229F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7677908" y="741539"/>
                      <a:ext cx="1777796" cy="5829889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132" name="Group 131">
                      <a:extLst>
                        <a:ext uri="{FF2B5EF4-FFF2-40B4-BE49-F238E27FC236}">
                          <a16:creationId xmlns:a16="http://schemas.microsoft.com/office/drawing/2014/main" id="{DBDBE3BE-C5ED-96EF-E6BB-37C50B65CA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41167" y="5146068"/>
                      <a:ext cx="1105240" cy="1425360"/>
                      <a:chOff x="8741167" y="5146068"/>
                      <a:chExt cx="1105240" cy="1425360"/>
                    </a:xfrm>
                  </p:grpSpPr>
                  <p:sp>
                    <p:nvSpPr>
                      <p:cNvPr id="108" name="Oval 107">
                        <a:extLst>
                          <a:ext uri="{FF2B5EF4-FFF2-40B4-BE49-F238E27FC236}">
                            <a16:creationId xmlns:a16="http://schemas.microsoft.com/office/drawing/2014/main" id="{079D7985-D09A-0AA8-B3A4-9EBCEA951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79363" y="5202991"/>
                        <a:ext cx="103962" cy="10396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09" name="Oval 108">
                        <a:extLst>
                          <a:ext uri="{FF2B5EF4-FFF2-40B4-BE49-F238E27FC236}">
                            <a16:creationId xmlns:a16="http://schemas.microsoft.com/office/drawing/2014/main" id="{7B4ED2C7-4AFB-9450-93F3-CA4B293FAD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79363" y="6398037"/>
                        <a:ext cx="103962" cy="10396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118" name="Group 117">
                        <a:extLst>
                          <a:ext uri="{FF2B5EF4-FFF2-40B4-BE49-F238E27FC236}">
                            <a16:creationId xmlns:a16="http://schemas.microsoft.com/office/drawing/2014/main" id="{29AEB957-128A-B424-6D3A-4D785ED610F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741167" y="5146068"/>
                        <a:ext cx="1105240" cy="1425360"/>
                        <a:chOff x="8741167" y="5146068"/>
                        <a:chExt cx="1105240" cy="1425360"/>
                      </a:xfrm>
                    </p:grpSpPr>
                    <p:sp>
                      <p:nvSpPr>
                        <p:cNvPr id="110" name="Oval 109">
                          <a:extLst>
                            <a:ext uri="{FF2B5EF4-FFF2-40B4-BE49-F238E27FC236}">
                              <a16:creationId xmlns:a16="http://schemas.microsoft.com/office/drawing/2014/main" id="{8ACA8F57-AF84-BBD5-B764-A9B8B9AB2EB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41167" y="5382596"/>
                          <a:ext cx="96892" cy="96892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grpSp>
                      <p:nvGrpSpPr>
                        <p:cNvPr id="117" name="Group 116">
                          <a:extLst>
                            <a:ext uri="{FF2B5EF4-FFF2-40B4-BE49-F238E27FC236}">
                              <a16:creationId xmlns:a16="http://schemas.microsoft.com/office/drawing/2014/main" id="{DAC7FC78-C3C6-CFC3-2835-C63B46D9D71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005913" y="5146068"/>
                          <a:ext cx="840494" cy="1425360"/>
                          <a:chOff x="9005913" y="5146068"/>
                          <a:chExt cx="840494" cy="1425360"/>
                        </a:xfrm>
                      </p:grpSpPr>
                      <p:grpSp>
                        <p:nvGrpSpPr>
                          <p:cNvPr id="116" name="Group 115">
                            <a:extLst>
                              <a:ext uri="{FF2B5EF4-FFF2-40B4-BE49-F238E27FC236}">
                                <a16:creationId xmlns:a16="http://schemas.microsoft.com/office/drawing/2014/main" id="{D01E45EF-76F4-C015-4F41-F9036BFFCC4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005913" y="5266439"/>
                            <a:ext cx="344486" cy="361155"/>
                            <a:chOff x="9005913" y="5266439"/>
                            <a:chExt cx="344486" cy="361155"/>
                          </a:xfrm>
                        </p:grpSpPr>
                        <p:cxnSp>
                          <p:nvCxnSpPr>
                            <p:cNvPr id="111" name="Straight Arrow Connector 110">
                              <a:extLst>
                                <a:ext uri="{FF2B5EF4-FFF2-40B4-BE49-F238E27FC236}">
                                  <a16:creationId xmlns:a16="http://schemas.microsoft.com/office/drawing/2014/main" id="{E45210FB-2FB0-8086-076A-A79FB9CDFEA1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H="1">
                              <a:off x="9005913" y="5332660"/>
                              <a:ext cx="260901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112" name="TextBox 111">
                              <a:extLst>
                                <a:ext uri="{FF2B5EF4-FFF2-40B4-BE49-F238E27FC236}">
                                  <a16:creationId xmlns:a16="http://schemas.microsoft.com/office/drawing/2014/main" id="{F4E82BA8-E705-46A8-CD08-405492B481A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9035851" y="5266439"/>
                              <a:ext cx="314548" cy="3611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 err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 err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k</a:t>
                              </a:r>
                              <a:endParaRPr lang="en-US" baseline="-25000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13" name="TextBox 112">
                            <a:extLst>
                              <a:ext uri="{FF2B5EF4-FFF2-40B4-BE49-F238E27FC236}">
                                <a16:creationId xmlns:a16="http://schemas.microsoft.com/office/drawing/2014/main" id="{CA12173A-F395-EEFD-9CF3-E93CF3D65CF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9426137" y="5649093"/>
                            <a:ext cx="42027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dirty="0" err="1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V</a:t>
                            </a:r>
                            <a:r>
                              <a:rPr lang="en-US" baseline="-25000" dirty="0" err="1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k</a:t>
                            </a:r>
                            <a:endParaRPr lang="en-US" baseline="-25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114" name="Plus Sign 113">
                            <a:extLst>
                              <a:ext uri="{FF2B5EF4-FFF2-40B4-BE49-F238E27FC236}">
                                <a16:creationId xmlns:a16="http://schemas.microsoft.com/office/drawing/2014/main" id="{A98BF2AC-F3C0-78C4-5434-2550BB8AA1A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55704" y="5146068"/>
                            <a:ext cx="230313" cy="230313"/>
                          </a:xfrm>
                          <a:prstGeom prst="mathPlus">
                            <a:avLst/>
                          </a:prstGeom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115" name="Minus Sign 114">
                            <a:extLst>
                              <a:ext uri="{FF2B5EF4-FFF2-40B4-BE49-F238E27FC236}">
                                <a16:creationId xmlns:a16="http://schemas.microsoft.com/office/drawing/2014/main" id="{A8EEF7A6-3A12-A89D-F51F-4650E9A9C0B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55704" y="6341115"/>
                            <a:ext cx="230313" cy="230313"/>
                          </a:xfrm>
                          <a:prstGeom prst="mathMinus">
                            <a:avLst/>
                          </a:prstGeom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33" name="Group 132">
                      <a:extLst>
                        <a:ext uri="{FF2B5EF4-FFF2-40B4-BE49-F238E27FC236}">
                          <a16:creationId xmlns:a16="http://schemas.microsoft.com/office/drawing/2014/main" id="{4C4F07BE-2F44-D62C-3D85-8F70EE2F77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41167" y="3665971"/>
                      <a:ext cx="1105240" cy="1425360"/>
                      <a:chOff x="8741167" y="5146068"/>
                      <a:chExt cx="1105240" cy="1425360"/>
                    </a:xfrm>
                  </p:grpSpPr>
                  <p:sp>
                    <p:nvSpPr>
                      <p:cNvPr id="134" name="Oval 133">
                        <a:extLst>
                          <a:ext uri="{FF2B5EF4-FFF2-40B4-BE49-F238E27FC236}">
                            <a16:creationId xmlns:a16="http://schemas.microsoft.com/office/drawing/2014/main" id="{D1494C9F-6ABF-F0E3-8A5B-B7B039E161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79363" y="5202991"/>
                        <a:ext cx="103962" cy="10396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5" name="Oval 134">
                        <a:extLst>
                          <a:ext uri="{FF2B5EF4-FFF2-40B4-BE49-F238E27FC236}">
                            <a16:creationId xmlns:a16="http://schemas.microsoft.com/office/drawing/2014/main" id="{08D477C5-1C9E-51E0-40AC-3EEA155C79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79363" y="6398037"/>
                        <a:ext cx="103962" cy="10396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136" name="Group 135">
                        <a:extLst>
                          <a:ext uri="{FF2B5EF4-FFF2-40B4-BE49-F238E27FC236}">
                            <a16:creationId xmlns:a16="http://schemas.microsoft.com/office/drawing/2014/main" id="{A7181C87-1914-1271-E3F7-FB04526FFD8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741167" y="5146068"/>
                        <a:ext cx="1105240" cy="1425360"/>
                        <a:chOff x="8741167" y="5146068"/>
                        <a:chExt cx="1105240" cy="1425360"/>
                      </a:xfrm>
                    </p:grpSpPr>
                    <p:sp>
                      <p:nvSpPr>
                        <p:cNvPr id="137" name="Oval 136">
                          <a:extLst>
                            <a:ext uri="{FF2B5EF4-FFF2-40B4-BE49-F238E27FC236}">
                              <a16:creationId xmlns:a16="http://schemas.microsoft.com/office/drawing/2014/main" id="{7F4E789E-A128-1F6D-AF37-4DF5C6F819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41167" y="5382596"/>
                          <a:ext cx="96892" cy="96892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grpSp>
                      <p:nvGrpSpPr>
                        <p:cNvPr id="138" name="Group 137">
                          <a:extLst>
                            <a:ext uri="{FF2B5EF4-FFF2-40B4-BE49-F238E27FC236}">
                              <a16:creationId xmlns:a16="http://schemas.microsoft.com/office/drawing/2014/main" id="{67029C93-EED0-64B1-614B-22D9B4EAB43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005913" y="5146068"/>
                          <a:ext cx="840494" cy="1425360"/>
                          <a:chOff x="9005913" y="5146068"/>
                          <a:chExt cx="840494" cy="1425360"/>
                        </a:xfrm>
                      </p:grpSpPr>
                      <p:grpSp>
                        <p:nvGrpSpPr>
                          <p:cNvPr id="139" name="Group 138">
                            <a:extLst>
                              <a:ext uri="{FF2B5EF4-FFF2-40B4-BE49-F238E27FC236}">
                                <a16:creationId xmlns:a16="http://schemas.microsoft.com/office/drawing/2014/main" id="{59BBFAB0-AC49-1912-DAE6-645240EB80C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005913" y="5266439"/>
                            <a:ext cx="344486" cy="369332"/>
                            <a:chOff x="9005913" y="5266439"/>
                            <a:chExt cx="344486" cy="369332"/>
                          </a:xfrm>
                        </p:grpSpPr>
                        <p:cxnSp>
                          <p:nvCxnSpPr>
                            <p:cNvPr id="143" name="Straight Arrow Connector 142">
                              <a:extLst>
                                <a:ext uri="{FF2B5EF4-FFF2-40B4-BE49-F238E27FC236}">
                                  <a16:creationId xmlns:a16="http://schemas.microsoft.com/office/drawing/2014/main" id="{D8FDD5F4-676E-BE78-F3DB-D9A68E225330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H="1">
                              <a:off x="9005913" y="5332660"/>
                              <a:ext cx="260901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144" name="TextBox 143">
                              <a:extLst>
                                <a:ext uri="{FF2B5EF4-FFF2-40B4-BE49-F238E27FC236}">
                                  <a16:creationId xmlns:a16="http://schemas.microsoft.com/office/drawing/2014/main" id="{654FED49-B040-0D7E-2E65-5C84F4EC830E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9035851" y="5266439"/>
                              <a:ext cx="314548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4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40" name="TextBox 139">
                            <a:extLst>
                              <a:ext uri="{FF2B5EF4-FFF2-40B4-BE49-F238E27FC236}">
                                <a16:creationId xmlns:a16="http://schemas.microsoft.com/office/drawing/2014/main" id="{B5592858-55CF-B609-72D5-5CE7E8E1C4B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9426137" y="5649093"/>
                            <a:ext cx="42027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V</a:t>
                            </a:r>
                            <a:r>
                              <a:rPr lang="en-US" baseline="-25000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4</a:t>
                            </a:r>
                          </a:p>
                        </p:txBody>
                      </p:sp>
                      <p:sp>
                        <p:nvSpPr>
                          <p:cNvPr id="141" name="Plus Sign 140">
                            <a:extLst>
                              <a:ext uri="{FF2B5EF4-FFF2-40B4-BE49-F238E27FC236}">
                                <a16:creationId xmlns:a16="http://schemas.microsoft.com/office/drawing/2014/main" id="{ECDA17BA-B7E1-CCC4-AED3-B9EEFE9699E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55704" y="5146068"/>
                            <a:ext cx="230313" cy="230313"/>
                          </a:xfrm>
                          <a:prstGeom prst="mathPlus">
                            <a:avLst/>
                          </a:prstGeom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142" name="Minus Sign 141">
                            <a:extLst>
                              <a:ext uri="{FF2B5EF4-FFF2-40B4-BE49-F238E27FC236}">
                                <a16:creationId xmlns:a16="http://schemas.microsoft.com/office/drawing/2014/main" id="{7944FB7E-373E-11AF-F991-72F28A5E467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55704" y="6341115"/>
                            <a:ext cx="230313" cy="230313"/>
                          </a:xfrm>
                          <a:prstGeom prst="mathMinus">
                            <a:avLst/>
                          </a:prstGeom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45" name="Group 144">
                      <a:extLst>
                        <a:ext uri="{FF2B5EF4-FFF2-40B4-BE49-F238E27FC236}">
                          <a16:creationId xmlns:a16="http://schemas.microsoft.com/office/drawing/2014/main" id="{33D5B954-C573-BDE0-CA48-901A4361F7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41167" y="2196049"/>
                      <a:ext cx="1105240" cy="1425360"/>
                      <a:chOff x="8741167" y="5146068"/>
                      <a:chExt cx="1105240" cy="1425360"/>
                    </a:xfrm>
                  </p:grpSpPr>
                  <p:sp>
                    <p:nvSpPr>
                      <p:cNvPr id="146" name="Oval 145">
                        <a:extLst>
                          <a:ext uri="{FF2B5EF4-FFF2-40B4-BE49-F238E27FC236}">
                            <a16:creationId xmlns:a16="http://schemas.microsoft.com/office/drawing/2014/main" id="{4B7C0201-DD97-93E0-3718-EF8F969303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79363" y="5202991"/>
                        <a:ext cx="103962" cy="10396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7" name="Oval 146">
                        <a:extLst>
                          <a:ext uri="{FF2B5EF4-FFF2-40B4-BE49-F238E27FC236}">
                            <a16:creationId xmlns:a16="http://schemas.microsoft.com/office/drawing/2014/main" id="{CFA65904-10A3-CF97-1C63-57C462E4A7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79363" y="6398037"/>
                        <a:ext cx="103962" cy="10396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151" name="Group 150">
                        <a:extLst>
                          <a:ext uri="{FF2B5EF4-FFF2-40B4-BE49-F238E27FC236}">
                            <a16:creationId xmlns:a16="http://schemas.microsoft.com/office/drawing/2014/main" id="{C9B38A89-0779-280C-223B-958FA2F7A2E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741167" y="5146068"/>
                        <a:ext cx="1105240" cy="1425360"/>
                        <a:chOff x="8741167" y="5146068"/>
                        <a:chExt cx="1105240" cy="1425360"/>
                      </a:xfrm>
                    </p:grpSpPr>
                    <p:sp>
                      <p:nvSpPr>
                        <p:cNvPr id="213" name="Oval 212">
                          <a:extLst>
                            <a:ext uri="{FF2B5EF4-FFF2-40B4-BE49-F238E27FC236}">
                              <a16:creationId xmlns:a16="http://schemas.microsoft.com/office/drawing/2014/main" id="{3D5D1442-DBDB-065C-15E2-3B0DBDC105D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41167" y="5382596"/>
                          <a:ext cx="96892" cy="96892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grpSp>
                      <p:nvGrpSpPr>
                        <p:cNvPr id="214" name="Group 213">
                          <a:extLst>
                            <a:ext uri="{FF2B5EF4-FFF2-40B4-BE49-F238E27FC236}">
                              <a16:creationId xmlns:a16="http://schemas.microsoft.com/office/drawing/2014/main" id="{6CE0DD8E-45EB-6644-6E4C-E72B177746C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005913" y="5146068"/>
                          <a:ext cx="840494" cy="1425360"/>
                          <a:chOff x="9005913" y="5146068"/>
                          <a:chExt cx="840494" cy="1425360"/>
                        </a:xfrm>
                      </p:grpSpPr>
                      <p:grpSp>
                        <p:nvGrpSpPr>
                          <p:cNvPr id="215" name="Group 214">
                            <a:extLst>
                              <a:ext uri="{FF2B5EF4-FFF2-40B4-BE49-F238E27FC236}">
                                <a16:creationId xmlns:a16="http://schemas.microsoft.com/office/drawing/2014/main" id="{7D5C9E47-AD64-8152-56D7-7229768D7E5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005913" y="5268061"/>
                            <a:ext cx="333280" cy="369332"/>
                            <a:chOff x="9005913" y="5268061"/>
                            <a:chExt cx="333280" cy="369332"/>
                          </a:xfrm>
                        </p:grpSpPr>
                        <p:cxnSp>
                          <p:nvCxnSpPr>
                            <p:cNvPr id="219" name="Straight Arrow Connector 218">
                              <a:extLst>
                                <a:ext uri="{FF2B5EF4-FFF2-40B4-BE49-F238E27FC236}">
                                  <a16:creationId xmlns:a16="http://schemas.microsoft.com/office/drawing/2014/main" id="{690FCF9C-BCE8-4DF5-ACFD-866784CCE34B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H="1">
                              <a:off x="9005913" y="5332660"/>
                              <a:ext cx="260901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20" name="TextBox 219">
                              <a:extLst>
                                <a:ext uri="{FF2B5EF4-FFF2-40B4-BE49-F238E27FC236}">
                                  <a16:creationId xmlns:a16="http://schemas.microsoft.com/office/drawing/2014/main" id="{826086A7-DC73-DAA5-C2F1-19EA1132DEC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9024645" y="5268061"/>
                              <a:ext cx="314548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3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216" name="TextBox 215">
                            <a:extLst>
                              <a:ext uri="{FF2B5EF4-FFF2-40B4-BE49-F238E27FC236}">
                                <a16:creationId xmlns:a16="http://schemas.microsoft.com/office/drawing/2014/main" id="{8A0A054F-F14B-3FD6-1A0C-FA36054195C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9426137" y="5649093"/>
                            <a:ext cx="42027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V</a:t>
                            </a:r>
                            <a:r>
                              <a:rPr lang="en-US" baseline="-25000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3</a:t>
                            </a:r>
                          </a:p>
                        </p:txBody>
                      </p:sp>
                      <p:sp>
                        <p:nvSpPr>
                          <p:cNvPr id="217" name="Plus Sign 216">
                            <a:extLst>
                              <a:ext uri="{FF2B5EF4-FFF2-40B4-BE49-F238E27FC236}">
                                <a16:creationId xmlns:a16="http://schemas.microsoft.com/office/drawing/2014/main" id="{B3686CC4-28D7-4576-BB95-71183278766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55704" y="5146068"/>
                            <a:ext cx="230313" cy="230313"/>
                          </a:xfrm>
                          <a:prstGeom prst="mathPlus">
                            <a:avLst/>
                          </a:prstGeom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218" name="Minus Sign 217">
                            <a:extLst>
                              <a:ext uri="{FF2B5EF4-FFF2-40B4-BE49-F238E27FC236}">
                                <a16:creationId xmlns:a16="http://schemas.microsoft.com/office/drawing/2014/main" id="{C9FC2F7F-EFC4-40CC-63B1-F1B0010450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55704" y="6341115"/>
                            <a:ext cx="230313" cy="230313"/>
                          </a:xfrm>
                          <a:prstGeom prst="mathMinus">
                            <a:avLst/>
                          </a:prstGeom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221" name="Group 220">
                      <a:extLst>
                        <a:ext uri="{FF2B5EF4-FFF2-40B4-BE49-F238E27FC236}">
                          <a16:creationId xmlns:a16="http://schemas.microsoft.com/office/drawing/2014/main" id="{2729F2D3-2C95-D134-5923-DCCCE61C0DD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41167" y="710431"/>
                      <a:ext cx="1105240" cy="1425360"/>
                      <a:chOff x="8741167" y="5146068"/>
                      <a:chExt cx="1105240" cy="1425360"/>
                    </a:xfrm>
                  </p:grpSpPr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D1EB0AA5-E6BE-73E9-D12E-9E02525D22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79363" y="5202991"/>
                        <a:ext cx="103962" cy="10396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3F379339-B1B6-899C-AA71-D2A0341599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79363" y="6398037"/>
                        <a:ext cx="103962" cy="10396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224" name="Group 223">
                        <a:extLst>
                          <a:ext uri="{FF2B5EF4-FFF2-40B4-BE49-F238E27FC236}">
                            <a16:creationId xmlns:a16="http://schemas.microsoft.com/office/drawing/2014/main" id="{B7679ADC-B80A-6933-BEF9-EC451D3305C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741167" y="5146068"/>
                        <a:ext cx="1105240" cy="1425360"/>
                        <a:chOff x="8741167" y="5146068"/>
                        <a:chExt cx="1105240" cy="1425360"/>
                      </a:xfrm>
                    </p:grpSpPr>
                    <p:sp>
                      <p:nvSpPr>
                        <p:cNvPr id="225" name="Oval 224">
                          <a:extLst>
                            <a:ext uri="{FF2B5EF4-FFF2-40B4-BE49-F238E27FC236}">
                              <a16:creationId xmlns:a16="http://schemas.microsoft.com/office/drawing/2014/main" id="{66800E86-EA24-8E98-5943-B9795ECC00A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41167" y="5382596"/>
                          <a:ext cx="96892" cy="96892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grpSp>
                      <p:nvGrpSpPr>
                        <p:cNvPr id="226" name="Group 225">
                          <a:extLst>
                            <a:ext uri="{FF2B5EF4-FFF2-40B4-BE49-F238E27FC236}">
                              <a16:creationId xmlns:a16="http://schemas.microsoft.com/office/drawing/2014/main" id="{0B4825E1-AA93-1F4D-8A2F-81DA7CEA86D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005913" y="5146068"/>
                          <a:ext cx="840494" cy="1425360"/>
                          <a:chOff x="9005913" y="5146068"/>
                          <a:chExt cx="840494" cy="1425360"/>
                        </a:xfrm>
                      </p:grpSpPr>
                      <p:grpSp>
                        <p:nvGrpSpPr>
                          <p:cNvPr id="227" name="Group 226">
                            <a:extLst>
                              <a:ext uri="{FF2B5EF4-FFF2-40B4-BE49-F238E27FC236}">
                                <a16:creationId xmlns:a16="http://schemas.microsoft.com/office/drawing/2014/main" id="{C8F85335-5642-4609-9F14-15250F43A84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005913" y="5266439"/>
                            <a:ext cx="344486" cy="369332"/>
                            <a:chOff x="9005913" y="5266439"/>
                            <a:chExt cx="344486" cy="369332"/>
                          </a:xfrm>
                        </p:grpSpPr>
                        <p:cxnSp>
                          <p:nvCxnSpPr>
                            <p:cNvPr id="257" name="Straight Arrow Connector 256">
                              <a:extLst>
                                <a:ext uri="{FF2B5EF4-FFF2-40B4-BE49-F238E27FC236}">
                                  <a16:creationId xmlns:a16="http://schemas.microsoft.com/office/drawing/2014/main" id="{FEEBEDA6-3F0B-22A1-97BC-A02C55546D26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H="1">
                              <a:off x="9005913" y="5332660"/>
                              <a:ext cx="260901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59" name="TextBox 258">
                              <a:extLst>
                                <a:ext uri="{FF2B5EF4-FFF2-40B4-BE49-F238E27FC236}">
                                  <a16:creationId xmlns:a16="http://schemas.microsoft.com/office/drawing/2014/main" id="{B16BA2A4-B0C0-4948-A6C3-DA0708B7C10D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9035851" y="5266439"/>
                              <a:ext cx="314548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2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228" name="TextBox 227">
                            <a:extLst>
                              <a:ext uri="{FF2B5EF4-FFF2-40B4-BE49-F238E27FC236}">
                                <a16:creationId xmlns:a16="http://schemas.microsoft.com/office/drawing/2014/main" id="{C39C2F61-3D6B-827E-09E9-74105971E42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9426137" y="5649093"/>
                            <a:ext cx="42027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V</a:t>
                            </a:r>
                            <a:r>
                              <a:rPr lang="en-US" baseline="-25000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2</a:t>
                            </a:r>
                          </a:p>
                        </p:txBody>
                      </p:sp>
                      <p:sp>
                        <p:nvSpPr>
                          <p:cNvPr id="229" name="Plus Sign 228">
                            <a:extLst>
                              <a:ext uri="{FF2B5EF4-FFF2-40B4-BE49-F238E27FC236}">
                                <a16:creationId xmlns:a16="http://schemas.microsoft.com/office/drawing/2014/main" id="{D5F32623-33B0-726F-8EFC-782CC1CD607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55704" y="5146068"/>
                            <a:ext cx="230313" cy="230313"/>
                          </a:xfrm>
                          <a:prstGeom prst="mathPlus">
                            <a:avLst/>
                          </a:prstGeom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230" name="Minus Sign 229">
                            <a:extLst>
                              <a:ext uri="{FF2B5EF4-FFF2-40B4-BE49-F238E27FC236}">
                                <a16:creationId xmlns:a16="http://schemas.microsoft.com/office/drawing/2014/main" id="{A3BD0F00-16B8-8043-1844-182090FDAE4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55704" y="6341115"/>
                            <a:ext cx="230313" cy="230313"/>
                          </a:xfrm>
                          <a:prstGeom prst="mathMinus">
                            <a:avLst/>
                          </a:prstGeom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</p:grpSp>
                </p:grpSp>
              </p:grpSp>
              <p:sp>
                <p:nvSpPr>
                  <p:cNvPr id="262" name="Oval 261">
                    <a:extLst>
                      <a:ext uri="{FF2B5EF4-FFF2-40B4-BE49-F238E27FC236}">
                        <a16:creationId xmlns:a16="http://schemas.microsoft.com/office/drawing/2014/main" id="{7233137B-EA74-EC87-5D54-F4B2F83367A3}"/>
                      </a:ext>
                    </a:extLst>
                  </p:cNvPr>
                  <p:cNvSpPr/>
                  <p:nvPr/>
                </p:nvSpPr>
                <p:spPr>
                  <a:xfrm>
                    <a:off x="8154520" y="5379789"/>
                    <a:ext cx="96892" cy="9689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7" name="Oval 266">
                    <a:extLst>
                      <a:ext uri="{FF2B5EF4-FFF2-40B4-BE49-F238E27FC236}">
                        <a16:creationId xmlns:a16="http://schemas.microsoft.com/office/drawing/2014/main" id="{3863A517-95B9-55BD-C794-5CB5D356CF70}"/>
                      </a:ext>
                    </a:extLst>
                  </p:cNvPr>
                  <p:cNvSpPr/>
                  <p:nvPr/>
                </p:nvSpPr>
                <p:spPr>
                  <a:xfrm>
                    <a:off x="8154520" y="3899692"/>
                    <a:ext cx="96892" cy="9689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1" name="Oval 270">
                    <a:extLst>
                      <a:ext uri="{FF2B5EF4-FFF2-40B4-BE49-F238E27FC236}">
                        <a16:creationId xmlns:a16="http://schemas.microsoft.com/office/drawing/2014/main" id="{BB3E0E17-07D2-D7D2-62E2-5C7592AEAB8A}"/>
                      </a:ext>
                    </a:extLst>
                  </p:cNvPr>
                  <p:cNvSpPr/>
                  <p:nvPr/>
                </p:nvSpPr>
                <p:spPr>
                  <a:xfrm>
                    <a:off x="8154520" y="2429770"/>
                    <a:ext cx="96892" cy="9689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3" name="Oval 272">
                    <a:extLst>
                      <a:ext uri="{FF2B5EF4-FFF2-40B4-BE49-F238E27FC236}">
                        <a16:creationId xmlns:a16="http://schemas.microsoft.com/office/drawing/2014/main" id="{7FE66AAC-1B73-E653-C401-F07645F822A4}"/>
                      </a:ext>
                    </a:extLst>
                  </p:cNvPr>
                  <p:cNvSpPr/>
                  <p:nvPr/>
                </p:nvSpPr>
                <p:spPr>
                  <a:xfrm>
                    <a:off x="8154520" y="944152"/>
                    <a:ext cx="96892" cy="9689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6" name="Group 315">
                  <a:extLst>
                    <a:ext uri="{FF2B5EF4-FFF2-40B4-BE49-F238E27FC236}">
                      <a16:creationId xmlns:a16="http://schemas.microsoft.com/office/drawing/2014/main" id="{B878BCAD-88C3-C960-8AE9-803BCB130AFD}"/>
                    </a:ext>
                  </a:extLst>
                </p:cNvPr>
                <p:cNvGrpSpPr/>
                <p:nvPr/>
              </p:nvGrpSpPr>
              <p:grpSpPr>
                <a:xfrm>
                  <a:off x="7243997" y="714677"/>
                  <a:ext cx="432117" cy="5853944"/>
                  <a:chOff x="7243997" y="714677"/>
                  <a:chExt cx="432117" cy="5853944"/>
                </a:xfrm>
              </p:grpSpPr>
              <p:grpSp>
                <p:nvGrpSpPr>
                  <p:cNvPr id="297" name="Group 296">
                    <a:extLst>
                      <a:ext uri="{FF2B5EF4-FFF2-40B4-BE49-F238E27FC236}">
                        <a16:creationId xmlns:a16="http://schemas.microsoft.com/office/drawing/2014/main" id="{CE254A73-D8ED-501F-C5E6-CD6ABC2E5B5D}"/>
                      </a:ext>
                    </a:extLst>
                  </p:cNvPr>
                  <p:cNvGrpSpPr/>
                  <p:nvPr/>
                </p:nvGrpSpPr>
                <p:grpSpPr>
                  <a:xfrm>
                    <a:off x="7248727" y="3673237"/>
                    <a:ext cx="427387" cy="1425360"/>
                    <a:chOff x="7248727" y="3673237"/>
                    <a:chExt cx="427387" cy="1425360"/>
                  </a:xfrm>
                </p:grpSpPr>
                <p:sp>
                  <p:nvSpPr>
                    <p:cNvPr id="292" name="Oval 291">
                      <a:extLst>
                        <a:ext uri="{FF2B5EF4-FFF2-40B4-BE49-F238E27FC236}">
                          <a16:creationId xmlns:a16="http://schemas.microsoft.com/office/drawing/2014/main" id="{197C3043-B3B2-C24E-F068-DF0A81094F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2152" y="3731627"/>
                      <a:ext cx="103962" cy="10396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93" name="Oval 292">
                      <a:extLst>
                        <a:ext uri="{FF2B5EF4-FFF2-40B4-BE49-F238E27FC236}">
                          <a16:creationId xmlns:a16="http://schemas.microsoft.com/office/drawing/2014/main" id="{5D664C62-DAE5-F4FC-CD45-EF2AF49DF6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2152" y="4926673"/>
                      <a:ext cx="103962" cy="10396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94" name="TextBox 293">
                      <a:extLst>
                        <a:ext uri="{FF2B5EF4-FFF2-40B4-BE49-F238E27FC236}">
                          <a16:creationId xmlns:a16="http://schemas.microsoft.com/office/drawing/2014/main" id="{605EA258-97D0-8A5C-33EB-1771757CE9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48727" y="4176262"/>
                      <a:ext cx="42027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95" name="Plus Sign 294">
                      <a:extLst>
                        <a:ext uri="{FF2B5EF4-FFF2-40B4-BE49-F238E27FC236}">
                          <a16:creationId xmlns:a16="http://schemas.microsoft.com/office/drawing/2014/main" id="{6DBEDF35-9C2B-BAA8-0170-978E18B378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8294" y="3673237"/>
                      <a:ext cx="230313" cy="230313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96" name="Minus Sign 295">
                      <a:extLst>
                        <a:ext uri="{FF2B5EF4-FFF2-40B4-BE49-F238E27FC236}">
                          <a16:creationId xmlns:a16="http://schemas.microsoft.com/office/drawing/2014/main" id="{72B4F2C9-2FDC-52DF-A564-FD7464CC86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8294" y="4868284"/>
                      <a:ext cx="230313" cy="230313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98" name="Group 297">
                    <a:extLst>
                      <a:ext uri="{FF2B5EF4-FFF2-40B4-BE49-F238E27FC236}">
                        <a16:creationId xmlns:a16="http://schemas.microsoft.com/office/drawing/2014/main" id="{89D02438-A5FF-6674-4698-B6AA48EF0139}"/>
                      </a:ext>
                    </a:extLst>
                  </p:cNvPr>
                  <p:cNvGrpSpPr/>
                  <p:nvPr/>
                </p:nvGrpSpPr>
                <p:grpSpPr>
                  <a:xfrm>
                    <a:off x="7244431" y="5143261"/>
                    <a:ext cx="427387" cy="1425360"/>
                    <a:chOff x="7248727" y="3673237"/>
                    <a:chExt cx="427387" cy="1425360"/>
                  </a:xfrm>
                </p:grpSpPr>
                <p:sp>
                  <p:nvSpPr>
                    <p:cNvPr id="299" name="Oval 298">
                      <a:extLst>
                        <a:ext uri="{FF2B5EF4-FFF2-40B4-BE49-F238E27FC236}">
                          <a16:creationId xmlns:a16="http://schemas.microsoft.com/office/drawing/2014/main" id="{658DD93D-A9F7-1F1E-9FC5-31A6CC7F8A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2152" y="3731627"/>
                      <a:ext cx="103962" cy="10396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00" name="Oval 299">
                      <a:extLst>
                        <a:ext uri="{FF2B5EF4-FFF2-40B4-BE49-F238E27FC236}">
                          <a16:creationId xmlns:a16="http://schemas.microsoft.com/office/drawing/2014/main" id="{F1C8B75C-EC29-EE41-1991-986419383B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2152" y="4926673"/>
                      <a:ext cx="103962" cy="10396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01" name="TextBox 300">
                      <a:extLst>
                        <a:ext uri="{FF2B5EF4-FFF2-40B4-BE49-F238E27FC236}">
                          <a16:creationId xmlns:a16="http://schemas.microsoft.com/office/drawing/2014/main" id="{F4A42BE1-4C6D-F5B9-6C03-7788E05AC4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48727" y="4176262"/>
                      <a:ext cx="42027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302" name="Plus Sign 301">
                      <a:extLst>
                        <a:ext uri="{FF2B5EF4-FFF2-40B4-BE49-F238E27FC236}">
                          <a16:creationId xmlns:a16="http://schemas.microsoft.com/office/drawing/2014/main" id="{9CCBC05F-2858-4B93-8C0C-1F8598FD3B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8294" y="3673237"/>
                      <a:ext cx="230313" cy="230313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03" name="Minus Sign 302">
                      <a:extLst>
                        <a:ext uri="{FF2B5EF4-FFF2-40B4-BE49-F238E27FC236}">
                          <a16:creationId xmlns:a16="http://schemas.microsoft.com/office/drawing/2014/main" id="{2BA3A95C-5093-5D9E-3412-67F8CF6FC2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8294" y="4868284"/>
                      <a:ext cx="230313" cy="230313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04" name="Group 303">
                    <a:extLst>
                      <a:ext uri="{FF2B5EF4-FFF2-40B4-BE49-F238E27FC236}">
                        <a16:creationId xmlns:a16="http://schemas.microsoft.com/office/drawing/2014/main" id="{056DA45D-3AA7-0CDB-D1D4-233957DCBA90}"/>
                      </a:ext>
                    </a:extLst>
                  </p:cNvPr>
                  <p:cNvGrpSpPr/>
                  <p:nvPr/>
                </p:nvGrpSpPr>
                <p:grpSpPr>
                  <a:xfrm>
                    <a:off x="7248293" y="714677"/>
                    <a:ext cx="427387" cy="1425360"/>
                    <a:chOff x="7248727" y="3673237"/>
                    <a:chExt cx="427387" cy="1425360"/>
                  </a:xfrm>
                </p:grpSpPr>
                <p:sp>
                  <p:nvSpPr>
                    <p:cNvPr id="305" name="Oval 304">
                      <a:extLst>
                        <a:ext uri="{FF2B5EF4-FFF2-40B4-BE49-F238E27FC236}">
                          <a16:creationId xmlns:a16="http://schemas.microsoft.com/office/drawing/2014/main" id="{86E6A6B7-ECAB-F430-95C9-479DCDBCB9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2152" y="3731627"/>
                      <a:ext cx="103962" cy="10396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06" name="Oval 305">
                      <a:extLst>
                        <a:ext uri="{FF2B5EF4-FFF2-40B4-BE49-F238E27FC236}">
                          <a16:creationId xmlns:a16="http://schemas.microsoft.com/office/drawing/2014/main" id="{E7ED49AA-9CEC-3169-B9DD-540069ADF9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2152" y="4926673"/>
                      <a:ext cx="103962" cy="10396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07" name="TextBox 306">
                      <a:extLst>
                        <a:ext uri="{FF2B5EF4-FFF2-40B4-BE49-F238E27FC236}">
                          <a16:creationId xmlns:a16="http://schemas.microsoft.com/office/drawing/2014/main" id="{D4E268F7-25F7-5C20-9FA4-AAD07D28869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48727" y="4176262"/>
                      <a:ext cx="42027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308" name="Plus Sign 307">
                      <a:extLst>
                        <a:ext uri="{FF2B5EF4-FFF2-40B4-BE49-F238E27FC236}">
                          <a16:creationId xmlns:a16="http://schemas.microsoft.com/office/drawing/2014/main" id="{6F975429-111D-26F3-53B7-F964B07817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8294" y="3673237"/>
                      <a:ext cx="230313" cy="230313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09" name="Minus Sign 308">
                      <a:extLst>
                        <a:ext uri="{FF2B5EF4-FFF2-40B4-BE49-F238E27FC236}">
                          <a16:creationId xmlns:a16="http://schemas.microsoft.com/office/drawing/2014/main" id="{9E783179-7FD0-1244-79A9-2420F3A507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8294" y="4868284"/>
                      <a:ext cx="230313" cy="230313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10" name="Group 309">
                    <a:extLst>
                      <a:ext uri="{FF2B5EF4-FFF2-40B4-BE49-F238E27FC236}">
                        <a16:creationId xmlns:a16="http://schemas.microsoft.com/office/drawing/2014/main" id="{2CDA6EF1-A7CD-A1BD-65A9-CC2D3ADE5C19}"/>
                      </a:ext>
                    </a:extLst>
                  </p:cNvPr>
                  <p:cNvGrpSpPr/>
                  <p:nvPr/>
                </p:nvGrpSpPr>
                <p:grpSpPr>
                  <a:xfrm>
                    <a:off x="7243997" y="2184701"/>
                    <a:ext cx="427387" cy="1425360"/>
                    <a:chOff x="7248727" y="3673237"/>
                    <a:chExt cx="427387" cy="1425360"/>
                  </a:xfrm>
                </p:grpSpPr>
                <p:sp>
                  <p:nvSpPr>
                    <p:cNvPr id="311" name="Oval 310">
                      <a:extLst>
                        <a:ext uri="{FF2B5EF4-FFF2-40B4-BE49-F238E27FC236}">
                          <a16:creationId xmlns:a16="http://schemas.microsoft.com/office/drawing/2014/main" id="{6E5F5F1A-611B-93F6-FDF6-8B3E944016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2152" y="3731627"/>
                      <a:ext cx="103962" cy="10396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12" name="Oval 311">
                      <a:extLst>
                        <a:ext uri="{FF2B5EF4-FFF2-40B4-BE49-F238E27FC236}">
                          <a16:creationId xmlns:a16="http://schemas.microsoft.com/office/drawing/2014/main" id="{12EC0097-226D-490E-583B-6A0C51F061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2152" y="4926673"/>
                      <a:ext cx="103962" cy="10396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13" name="TextBox 312">
                      <a:extLst>
                        <a:ext uri="{FF2B5EF4-FFF2-40B4-BE49-F238E27FC236}">
                          <a16:creationId xmlns:a16="http://schemas.microsoft.com/office/drawing/2014/main" id="{84FFCFDE-90CB-DF12-A190-D50827588C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48727" y="4176262"/>
                      <a:ext cx="42027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314" name="Plus Sign 313">
                      <a:extLst>
                        <a:ext uri="{FF2B5EF4-FFF2-40B4-BE49-F238E27FC236}">
                          <a16:creationId xmlns:a16="http://schemas.microsoft.com/office/drawing/2014/main" id="{A63B40CB-7AB8-63FD-296F-7A6C32EF00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8294" y="3673237"/>
                      <a:ext cx="230313" cy="230313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15" name="Minus Sign 314">
                      <a:extLst>
                        <a:ext uri="{FF2B5EF4-FFF2-40B4-BE49-F238E27FC236}">
                          <a16:creationId xmlns:a16="http://schemas.microsoft.com/office/drawing/2014/main" id="{14B66CAC-C8E4-0846-EDC4-1DB225402D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8294" y="4868284"/>
                      <a:ext cx="230313" cy="230313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E9792376-445D-7FC1-68BF-68C9DEED46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86725" y="852366"/>
                <a:ext cx="0" cy="55932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4C5D3290-7853-3B93-641A-BF1044E3D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2425" y="862618"/>
                <a:ext cx="0" cy="55985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7" name="Group 346">
              <a:extLst>
                <a:ext uri="{FF2B5EF4-FFF2-40B4-BE49-F238E27FC236}">
                  <a16:creationId xmlns:a16="http://schemas.microsoft.com/office/drawing/2014/main" id="{E194DB90-CF13-87EB-5D0B-9BAC390D8030}"/>
                </a:ext>
              </a:extLst>
            </p:cNvPr>
            <p:cNvGrpSpPr/>
            <p:nvPr/>
          </p:nvGrpSpPr>
          <p:grpSpPr>
            <a:xfrm>
              <a:off x="10106683" y="1188927"/>
              <a:ext cx="457108" cy="4662819"/>
              <a:chOff x="10106683" y="1188927"/>
              <a:chExt cx="457108" cy="4662819"/>
            </a:xfrm>
          </p:grpSpPr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9BF149C6-2B22-3B8E-28B6-890B3E4937B9}"/>
                  </a:ext>
                </a:extLst>
              </p:cNvPr>
              <p:cNvSpPr txBox="1"/>
              <p:nvPr/>
            </p:nvSpPr>
            <p:spPr>
              <a:xfrm>
                <a:off x="10108200" y="1188927"/>
                <a:ext cx="455591" cy="348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E162B50B-B90C-6CCF-DCED-E2BA9E8B6B42}"/>
                  </a:ext>
                </a:extLst>
              </p:cNvPr>
              <p:cNvSpPr txBox="1"/>
              <p:nvPr/>
            </p:nvSpPr>
            <p:spPr>
              <a:xfrm>
                <a:off x="10108200" y="2606779"/>
                <a:ext cx="455591" cy="348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85F37D83-FEA3-05C8-7401-9232CD91FE11}"/>
                  </a:ext>
                </a:extLst>
              </p:cNvPr>
              <p:cNvSpPr txBox="1"/>
              <p:nvPr/>
            </p:nvSpPr>
            <p:spPr>
              <a:xfrm>
                <a:off x="10108193" y="4083680"/>
                <a:ext cx="455591" cy="348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7ED3B40D-565F-7029-3392-1D8428F31F81}"/>
                  </a:ext>
                </a:extLst>
              </p:cNvPr>
              <p:cNvSpPr txBox="1"/>
              <p:nvPr/>
            </p:nvSpPr>
            <p:spPr>
              <a:xfrm>
                <a:off x="10106683" y="5502903"/>
                <a:ext cx="455591" cy="348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endPara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801A4029-5F32-AADE-47B8-3F04C1FE24AD}"/>
                </a:ext>
              </a:extLst>
            </p:cNvPr>
            <p:cNvGrpSpPr/>
            <p:nvPr/>
          </p:nvGrpSpPr>
          <p:grpSpPr>
            <a:xfrm>
              <a:off x="8916982" y="1188927"/>
              <a:ext cx="457108" cy="4683308"/>
              <a:chOff x="8916982" y="1188927"/>
              <a:chExt cx="457108" cy="4683308"/>
            </a:xfrm>
          </p:grpSpPr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A605500A-E54C-CB25-FA5B-98448E52216A}"/>
                  </a:ext>
                </a:extLst>
              </p:cNvPr>
              <p:cNvSpPr txBox="1"/>
              <p:nvPr/>
            </p:nvSpPr>
            <p:spPr>
              <a:xfrm>
                <a:off x="8918499" y="1188927"/>
                <a:ext cx="455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9D5ECE68-8861-E907-5459-CEC0BDDE7E25}"/>
                  </a:ext>
                </a:extLst>
              </p:cNvPr>
              <p:cNvSpPr txBox="1"/>
              <p:nvPr/>
            </p:nvSpPr>
            <p:spPr>
              <a:xfrm>
                <a:off x="8918499" y="2606779"/>
                <a:ext cx="455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DCC14A38-5637-2F0C-8AC7-9E3679ED2985}"/>
                  </a:ext>
                </a:extLst>
              </p:cNvPr>
              <p:cNvSpPr txBox="1"/>
              <p:nvPr/>
            </p:nvSpPr>
            <p:spPr>
              <a:xfrm>
                <a:off x="8918492" y="4083680"/>
                <a:ext cx="455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1F69EEAE-0979-BA95-4726-296617FCF2C2}"/>
                  </a:ext>
                </a:extLst>
              </p:cNvPr>
              <p:cNvSpPr txBox="1"/>
              <p:nvPr/>
            </p:nvSpPr>
            <p:spPr>
              <a:xfrm>
                <a:off x="8916982" y="5502903"/>
                <a:ext cx="455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0E7300A5-3D63-726F-591F-B37DA95A1BC5}"/>
                </a:ext>
              </a:extLst>
            </p:cNvPr>
            <p:cNvGrpSpPr/>
            <p:nvPr/>
          </p:nvGrpSpPr>
          <p:grpSpPr>
            <a:xfrm>
              <a:off x="9197914" y="4951736"/>
              <a:ext cx="1023924" cy="212848"/>
              <a:chOff x="9197914" y="4951736"/>
              <a:chExt cx="1023924" cy="212848"/>
            </a:xfrm>
          </p:grpSpPr>
          <p:sp>
            <p:nvSpPr>
              <p:cNvPr id="339" name="Oval 338">
                <a:extLst>
                  <a:ext uri="{FF2B5EF4-FFF2-40B4-BE49-F238E27FC236}">
                    <a16:creationId xmlns:a16="http://schemas.microsoft.com/office/drawing/2014/main" id="{10EE674A-5A65-84F9-ABA3-23AAC2A7D2E7}"/>
                  </a:ext>
                </a:extLst>
              </p:cNvPr>
              <p:cNvSpPr/>
              <p:nvPr/>
            </p:nvSpPr>
            <p:spPr>
              <a:xfrm>
                <a:off x="10178657" y="4951736"/>
                <a:ext cx="43181" cy="4318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Oval 339">
                <a:extLst>
                  <a:ext uri="{FF2B5EF4-FFF2-40B4-BE49-F238E27FC236}">
                    <a16:creationId xmlns:a16="http://schemas.microsoft.com/office/drawing/2014/main" id="{FB40DB3D-87C5-DF0B-EF8E-9E88DB5E066C}"/>
                  </a:ext>
                </a:extLst>
              </p:cNvPr>
              <p:cNvSpPr/>
              <p:nvPr/>
            </p:nvSpPr>
            <p:spPr>
              <a:xfrm>
                <a:off x="10178656" y="5041544"/>
                <a:ext cx="43181" cy="4318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1" name="Oval 340">
                <a:extLst>
                  <a:ext uri="{FF2B5EF4-FFF2-40B4-BE49-F238E27FC236}">
                    <a16:creationId xmlns:a16="http://schemas.microsoft.com/office/drawing/2014/main" id="{8855CC42-71B7-3EBC-2F5D-793D1B491178}"/>
                  </a:ext>
                </a:extLst>
              </p:cNvPr>
              <p:cNvSpPr/>
              <p:nvPr/>
            </p:nvSpPr>
            <p:spPr>
              <a:xfrm>
                <a:off x="10178655" y="5121403"/>
                <a:ext cx="43181" cy="4318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0AC885CA-088C-678A-D0DA-22A33E078355}"/>
                  </a:ext>
                </a:extLst>
              </p:cNvPr>
              <p:cNvSpPr/>
              <p:nvPr/>
            </p:nvSpPr>
            <p:spPr>
              <a:xfrm>
                <a:off x="9197916" y="4951736"/>
                <a:ext cx="43181" cy="4318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Oval 342">
                <a:extLst>
                  <a:ext uri="{FF2B5EF4-FFF2-40B4-BE49-F238E27FC236}">
                    <a16:creationId xmlns:a16="http://schemas.microsoft.com/office/drawing/2014/main" id="{5854992C-21C8-2E51-A974-A5717B9516D9}"/>
                  </a:ext>
                </a:extLst>
              </p:cNvPr>
              <p:cNvSpPr/>
              <p:nvPr/>
            </p:nvSpPr>
            <p:spPr>
              <a:xfrm>
                <a:off x="9197915" y="5041544"/>
                <a:ext cx="43181" cy="4318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4" name="Oval 343">
                <a:extLst>
                  <a:ext uri="{FF2B5EF4-FFF2-40B4-BE49-F238E27FC236}">
                    <a16:creationId xmlns:a16="http://schemas.microsoft.com/office/drawing/2014/main" id="{4972CFD3-E5EE-1926-6849-35C1D866E5EA}"/>
                  </a:ext>
                </a:extLst>
              </p:cNvPr>
              <p:cNvSpPr/>
              <p:nvPr/>
            </p:nvSpPr>
            <p:spPr>
              <a:xfrm>
                <a:off x="9197914" y="5121403"/>
                <a:ext cx="43181" cy="4318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49" name="Arrow: Left-Right 348">
            <a:extLst>
              <a:ext uri="{FF2B5EF4-FFF2-40B4-BE49-F238E27FC236}">
                <a16:creationId xmlns:a16="http://schemas.microsoft.com/office/drawing/2014/main" id="{314450F2-CF86-1658-013B-0747E5DE3821}"/>
              </a:ext>
            </a:extLst>
          </p:cNvPr>
          <p:cNvSpPr/>
          <p:nvPr/>
        </p:nvSpPr>
        <p:spPr>
          <a:xfrm>
            <a:off x="5396129" y="3353099"/>
            <a:ext cx="1633757" cy="220133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92E50481-54F3-CEFF-1819-8BE69DFA765F}"/>
              </a:ext>
            </a:extLst>
          </p:cNvPr>
          <p:cNvSpPr txBox="1"/>
          <p:nvPr/>
        </p:nvSpPr>
        <p:spPr>
          <a:xfrm>
            <a:off x="5491479" y="3050943"/>
            <a:ext cx="157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EQUIVALENT!</a:t>
            </a:r>
          </a:p>
        </p:txBody>
      </p:sp>
      <p:sp>
        <p:nvSpPr>
          <p:cNvPr id="351" name="Rectangle: Rounded Corners 350">
            <a:extLst>
              <a:ext uri="{FF2B5EF4-FFF2-40B4-BE49-F238E27FC236}">
                <a16:creationId xmlns:a16="http://schemas.microsoft.com/office/drawing/2014/main" id="{1CCEE71F-ED53-E8C5-C83A-881CF30A9DF5}"/>
              </a:ext>
            </a:extLst>
          </p:cNvPr>
          <p:cNvSpPr/>
          <p:nvPr/>
        </p:nvSpPr>
        <p:spPr>
          <a:xfrm>
            <a:off x="7975600" y="419099"/>
            <a:ext cx="1367719" cy="6294121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5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AB417E31-1D83-4F1B-C9ED-94739B4AFE80}"/>
              </a:ext>
            </a:extLst>
          </p:cNvPr>
          <p:cNvGrpSpPr/>
          <p:nvPr/>
        </p:nvGrpSpPr>
        <p:grpSpPr>
          <a:xfrm>
            <a:off x="7317001" y="3057239"/>
            <a:ext cx="4036799" cy="2126333"/>
            <a:chOff x="750924" y="803134"/>
            <a:chExt cx="4036799" cy="212633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766B56B-9581-C026-008A-B0386F4AB720}"/>
                </a:ext>
              </a:extLst>
            </p:cNvPr>
            <p:cNvGrpSpPr/>
            <p:nvPr/>
          </p:nvGrpSpPr>
          <p:grpSpPr>
            <a:xfrm>
              <a:off x="750924" y="803134"/>
              <a:ext cx="4036799" cy="2126333"/>
              <a:chOff x="750924" y="803134"/>
              <a:chExt cx="4036799" cy="2126333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9DE1BD89-194D-9E4D-CEC0-18F448B05F94}"/>
                  </a:ext>
                </a:extLst>
              </p:cNvPr>
              <p:cNvGrpSpPr/>
              <p:nvPr/>
            </p:nvGrpSpPr>
            <p:grpSpPr>
              <a:xfrm>
                <a:off x="750924" y="803134"/>
                <a:ext cx="4036799" cy="2126333"/>
                <a:chOff x="750924" y="803134"/>
                <a:chExt cx="4036799" cy="2126333"/>
              </a:xfrm>
            </p:grpSpPr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1C1DF5-DF9B-2598-E4A9-E82454AA946D}"/>
                    </a:ext>
                  </a:extLst>
                </p:cNvPr>
                <p:cNvSpPr txBox="1"/>
                <p:nvPr/>
              </p:nvSpPr>
              <p:spPr>
                <a:xfrm>
                  <a:off x="750924" y="1751833"/>
                  <a:ext cx="4449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</a:t>
                  </a:r>
                  <a:r>
                    <a:rPr lang="en-US" baseline="-25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51D586F-4860-F119-F29E-B5D272068166}"/>
                    </a:ext>
                  </a:extLst>
                </p:cNvPr>
                <p:cNvSpPr txBox="1"/>
                <p:nvPr/>
              </p:nvSpPr>
              <p:spPr>
                <a:xfrm>
                  <a:off x="4342769" y="1751833"/>
                  <a:ext cx="4449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</a:t>
                  </a:r>
                  <a:r>
                    <a:rPr lang="en-US" baseline="-25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</a:p>
              </p:txBody>
            </p: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1D44364A-6B7D-C15B-4918-CD0F63F958D3}"/>
                    </a:ext>
                  </a:extLst>
                </p:cNvPr>
                <p:cNvGrpSpPr/>
                <p:nvPr/>
              </p:nvGrpSpPr>
              <p:grpSpPr>
                <a:xfrm>
                  <a:off x="819320" y="803134"/>
                  <a:ext cx="3821931" cy="2126333"/>
                  <a:chOff x="819320" y="803134"/>
                  <a:chExt cx="3821931" cy="2126333"/>
                </a:xfrm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B0B9A7A6-3FF2-60A1-6C26-230D328167C4}"/>
                      </a:ext>
                    </a:extLst>
                  </p:cNvPr>
                  <p:cNvGrpSpPr/>
                  <p:nvPr/>
                </p:nvGrpSpPr>
                <p:grpSpPr>
                  <a:xfrm>
                    <a:off x="1124692" y="803134"/>
                    <a:ext cx="3225264" cy="2062437"/>
                    <a:chOff x="478897" y="916799"/>
                    <a:chExt cx="3225264" cy="2062437"/>
                  </a:xfrm>
                </p:grpSpPr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AA44836A-091D-1CD0-66D2-5F9C3319DAE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8897" y="1161468"/>
                      <a:ext cx="3225264" cy="1809679"/>
                      <a:chOff x="1869547" y="2237793"/>
                      <a:chExt cx="3225264" cy="1809679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B4FA6431-64C7-4C7F-2260-1E5D976E1F0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60114" y="2237793"/>
                        <a:ext cx="3134697" cy="1809679"/>
                        <a:chOff x="1718814" y="2606093"/>
                        <a:chExt cx="3134697" cy="1809679"/>
                      </a:xfrm>
                    </p:grpSpPr>
                    <p:grpSp>
                      <p:nvGrpSpPr>
                        <p:cNvPr id="17" name="Group 16">
                          <a:extLst>
                            <a:ext uri="{FF2B5EF4-FFF2-40B4-BE49-F238E27FC236}">
                              <a16:creationId xmlns:a16="http://schemas.microsoft.com/office/drawing/2014/main" id="{CB55020A-7E95-E4E0-CE5C-5360D16268C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18814" y="2650819"/>
                          <a:ext cx="3044130" cy="1764953"/>
                          <a:chOff x="1900848" y="3941986"/>
                          <a:chExt cx="3044130" cy="1764953"/>
                        </a:xfrm>
                      </p:grpSpPr>
                      <p:pic>
                        <p:nvPicPr>
                          <p:cNvPr id="5" name="Picture 4">
                            <a:extLst>
                              <a:ext uri="{FF2B5EF4-FFF2-40B4-BE49-F238E27FC236}">
                                <a16:creationId xmlns:a16="http://schemas.microsoft.com/office/drawing/2014/main" id="{249E3AC9-A86B-3755-4CEC-FF3A42327C57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 flipH="1" flipV="1">
                            <a:off x="1900848" y="3941986"/>
                            <a:ext cx="3044130" cy="1764953"/>
                          </a:xfrm>
                          <a:prstGeom prst="rect">
                            <a:avLst/>
                          </a:prstGeom>
                        </p:spPr>
                      </p:pic>
                      <p:cxnSp>
                        <p:nvCxnSpPr>
                          <p:cNvPr id="8" name="Straight Connector 7">
                            <a:extLst>
                              <a:ext uri="{FF2B5EF4-FFF2-40B4-BE49-F238E27FC236}">
                                <a16:creationId xmlns:a16="http://schemas.microsoft.com/office/drawing/2014/main" id="{AFA9E097-7E11-07F9-134F-5C65FFC613DE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952574" y="4266592"/>
                            <a:ext cx="0" cy="121073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0" name="Oval 9">
                            <a:extLst>
                              <a:ext uri="{FF2B5EF4-FFF2-40B4-BE49-F238E27FC236}">
                                <a16:creationId xmlns:a16="http://schemas.microsoft.com/office/drawing/2014/main" id="{24E3FC9E-F111-12FE-B3C3-5B7848D2265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723977" y="4313505"/>
                            <a:ext cx="102583" cy="10258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cxnSp>
                        <p:nvCxnSpPr>
                          <p:cNvPr id="15" name="Straight Connector 14">
                            <a:extLst>
                              <a:ext uri="{FF2B5EF4-FFF2-40B4-BE49-F238E27FC236}">
                                <a16:creationId xmlns:a16="http://schemas.microsoft.com/office/drawing/2014/main" id="{CDA62547-8A1F-9EB2-DAF0-048FDF25ACBE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095448" y="4266592"/>
                            <a:ext cx="0" cy="121073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6" name="Oval 15">
                            <a:extLst>
                              <a:ext uri="{FF2B5EF4-FFF2-40B4-BE49-F238E27FC236}">
                                <a16:creationId xmlns:a16="http://schemas.microsoft.com/office/drawing/2014/main" id="{E2770DFD-3BF6-88D4-4DBE-93489428416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238322" y="5235767"/>
                            <a:ext cx="102583" cy="10258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11" name="TextBox 10">
                          <a:extLst>
                            <a:ext uri="{FF2B5EF4-FFF2-40B4-BE49-F238E27FC236}">
                              <a16:creationId xmlns:a16="http://schemas.microsoft.com/office/drawing/2014/main" id="{7FC94185-A30E-1A5D-1137-4FB0301C9AC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604381" y="2606093"/>
                          <a:ext cx="55880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1:n</a:t>
                          </a:r>
                        </a:p>
                      </p:txBody>
                    </p:sp>
                    <p:sp>
                      <p:nvSpPr>
                        <p:cNvPr id="12" name="TextBox 11">
                          <a:extLst>
                            <a:ext uri="{FF2B5EF4-FFF2-40B4-BE49-F238E27FC236}">
                              <a16:creationId xmlns:a16="http://schemas.microsoft.com/office/drawing/2014/main" id="{B4E0F827-7FB8-87F4-2CB7-3ACD0ACDB8D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045856" y="3310123"/>
                          <a:ext cx="807655" cy="83099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</a:t>
                          </a:r>
                          <a:r>
                            <a:rPr lang="en-US" baseline="-25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µ2 </a:t>
                          </a:r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= n</a:t>
                          </a:r>
                          <a:r>
                            <a:rPr lang="en-US" baseline="30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</a:t>
                          </a:r>
                          <a:r>
                            <a:rPr lang="en-US" baseline="-25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µ1</a:t>
                          </a:r>
                        </a:p>
                        <a:p>
                          <a:endParaRPr lang="en-US" baseline="-25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20" name="Oval 19">
                        <a:extLst>
                          <a:ext uri="{FF2B5EF4-FFF2-40B4-BE49-F238E27FC236}">
                            <a16:creationId xmlns:a16="http://schemas.microsoft.com/office/drawing/2014/main" id="{5D2B778C-320B-54CF-5AA4-836C214B7E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69547" y="230911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" name="Oval 20">
                        <a:extLst>
                          <a:ext uri="{FF2B5EF4-FFF2-40B4-BE49-F238E27FC236}">
                            <a16:creationId xmlns:a16="http://schemas.microsoft.com/office/drawing/2014/main" id="{9059A53B-D5D0-FB75-B5DE-B0FD64C884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69547" y="392836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2" name="Oval 21">
                        <a:extLst>
                          <a:ext uri="{FF2B5EF4-FFF2-40B4-BE49-F238E27FC236}">
                            <a16:creationId xmlns:a16="http://schemas.microsoft.com/office/drawing/2014/main" id="{21A39075-7D51-F79A-6726-F8D86DFA6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44146" y="230911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3" name="Oval 22">
                        <a:extLst>
                          <a:ext uri="{FF2B5EF4-FFF2-40B4-BE49-F238E27FC236}">
                            <a16:creationId xmlns:a16="http://schemas.microsoft.com/office/drawing/2014/main" id="{DB5CAB88-8DE9-3B4C-2B91-4A4F74525A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44146" y="3928364"/>
                        <a:ext cx="111752" cy="11175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C1DB5160-8D27-1249-1AE6-F3187F6B62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7264" y="1167370"/>
                      <a:ext cx="1029189" cy="18118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1B7FC0BB-F8F2-972F-C558-C20F2084B2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7643" y="916799"/>
                      <a:ext cx="58843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(Ideal)</a:t>
                      </a:r>
                    </a:p>
                  </p:txBody>
                </p:sp>
              </p:grp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3EE5FB8C-1BF3-0A6F-5EF2-B9563695BA53}"/>
                      </a:ext>
                    </a:extLst>
                  </p:cNvPr>
                  <p:cNvGrpSpPr/>
                  <p:nvPr/>
                </p:nvGrpSpPr>
                <p:grpSpPr>
                  <a:xfrm>
                    <a:off x="819320" y="1052238"/>
                    <a:ext cx="247729" cy="1863090"/>
                    <a:chOff x="819320" y="1052238"/>
                    <a:chExt cx="247729" cy="1863090"/>
                  </a:xfrm>
                </p:grpSpPr>
                <p:sp>
                  <p:nvSpPr>
                    <p:cNvPr id="47" name="Plus Sign 46">
                      <a:extLst>
                        <a:ext uri="{FF2B5EF4-FFF2-40B4-BE49-F238E27FC236}">
                          <a16:creationId xmlns:a16="http://schemas.microsoft.com/office/drawing/2014/main" id="{F873105F-7ACB-2DD5-84FD-72E80169D7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209" y="1052238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8" name="Minus Sign 47">
                      <a:extLst>
                        <a:ext uri="{FF2B5EF4-FFF2-40B4-BE49-F238E27FC236}">
                          <a16:creationId xmlns:a16="http://schemas.microsoft.com/office/drawing/2014/main" id="{7C2CE236-3BAB-ED0F-A6C0-619237ABD3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9320" y="2671488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44ED4428-E1F3-64DE-5523-D3501F1E13EA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4393522" y="1066377"/>
                    <a:ext cx="247729" cy="1863090"/>
                    <a:chOff x="819320" y="1052238"/>
                    <a:chExt cx="247729" cy="1863090"/>
                  </a:xfrm>
                </p:grpSpPr>
                <p:sp>
                  <p:nvSpPr>
                    <p:cNvPr id="51" name="Plus Sign 50">
                      <a:extLst>
                        <a:ext uri="{FF2B5EF4-FFF2-40B4-BE49-F238E27FC236}">
                          <a16:creationId xmlns:a16="http://schemas.microsoft.com/office/drawing/2014/main" id="{F8B008D6-9C9E-2A38-5347-65DDC74183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209" y="1052238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2" name="Minus Sign 51">
                      <a:extLst>
                        <a:ext uri="{FF2B5EF4-FFF2-40B4-BE49-F238E27FC236}">
                          <a16:creationId xmlns:a16="http://schemas.microsoft.com/office/drawing/2014/main" id="{0632DE42-DBB6-6831-52D6-9FF3D711BA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9320" y="2671488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42E9ED72-F722-6F46-C0FC-D9B7B4FE88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25618" y="1814339"/>
                <a:ext cx="0" cy="3747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126905-2D1E-5610-C81F-781FEF2C4558}"/>
                  </a:ext>
                </a:extLst>
              </p:cNvPr>
              <p:cNvSpPr txBox="1"/>
              <p:nvPr/>
            </p:nvSpPr>
            <p:spPr>
              <a:xfrm>
                <a:off x="2866088" y="1777253"/>
                <a:ext cx="4857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µ2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2D11D61-6738-3FFD-D140-AE0E89844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7238" y="1248158"/>
                <a:ext cx="39116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C9BA655-1B65-81F0-0C26-FF9F93C11AD2}"/>
                  </a:ext>
                </a:extLst>
              </p:cNvPr>
              <p:cNvSpPr txBox="1"/>
              <p:nvPr/>
            </p:nvSpPr>
            <p:spPr>
              <a:xfrm>
                <a:off x="1325314" y="1194276"/>
                <a:ext cx="333023" cy="382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9E5E2E9-AF25-6A93-C01E-B5F1D246C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773" y="2741166"/>
              <a:ext cx="37440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905D601-8BAC-4EBB-03A8-F675465A4C2F}"/>
                </a:ext>
              </a:extLst>
            </p:cNvPr>
            <p:cNvSpPr txBox="1"/>
            <p:nvPr/>
          </p:nvSpPr>
          <p:spPr>
            <a:xfrm>
              <a:off x="2963151" y="2386310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3458EFE-40B3-FF6D-190C-07961C7D9BA9}"/>
              </a:ext>
            </a:extLst>
          </p:cNvPr>
          <p:cNvGrpSpPr/>
          <p:nvPr/>
        </p:nvGrpSpPr>
        <p:grpSpPr>
          <a:xfrm>
            <a:off x="586360" y="2994957"/>
            <a:ext cx="4036799" cy="2116633"/>
            <a:chOff x="750924" y="812834"/>
            <a:chExt cx="4036799" cy="2116633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E306B2F-28CF-8ED9-D7C2-DF7352F8661B}"/>
                </a:ext>
              </a:extLst>
            </p:cNvPr>
            <p:cNvGrpSpPr/>
            <p:nvPr/>
          </p:nvGrpSpPr>
          <p:grpSpPr>
            <a:xfrm>
              <a:off x="750924" y="812834"/>
              <a:ext cx="4036799" cy="2116633"/>
              <a:chOff x="750924" y="812834"/>
              <a:chExt cx="4036799" cy="2116633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19B62826-B633-C4CF-45FA-485CD756E3CE}"/>
                  </a:ext>
                </a:extLst>
              </p:cNvPr>
              <p:cNvGrpSpPr/>
              <p:nvPr/>
            </p:nvGrpSpPr>
            <p:grpSpPr>
              <a:xfrm>
                <a:off x="750924" y="812834"/>
                <a:ext cx="4036799" cy="2116633"/>
                <a:chOff x="750924" y="812834"/>
                <a:chExt cx="4036799" cy="2116633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FD802D87-9F95-9E62-661C-7BA93FC990B4}"/>
                    </a:ext>
                  </a:extLst>
                </p:cNvPr>
                <p:cNvSpPr txBox="1"/>
                <p:nvPr/>
              </p:nvSpPr>
              <p:spPr>
                <a:xfrm>
                  <a:off x="750924" y="1751833"/>
                  <a:ext cx="4449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</a:t>
                  </a:r>
                  <a:r>
                    <a:rPr lang="en-US" baseline="-25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328E32E-C26C-8051-2DCA-C69E1332CC77}"/>
                    </a:ext>
                  </a:extLst>
                </p:cNvPr>
                <p:cNvSpPr txBox="1"/>
                <p:nvPr/>
              </p:nvSpPr>
              <p:spPr>
                <a:xfrm>
                  <a:off x="4342769" y="1751833"/>
                  <a:ext cx="4449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</a:t>
                  </a:r>
                  <a:r>
                    <a:rPr lang="en-US" baseline="-25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</a:p>
              </p:txBody>
            </p: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A3BE5AD5-CD53-1575-5C28-A90375A40A5D}"/>
                    </a:ext>
                  </a:extLst>
                </p:cNvPr>
                <p:cNvGrpSpPr/>
                <p:nvPr/>
              </p:nvGrpSpPr>
              <p:grpSpPr>
                <a:xfrm>
                  <a:off x="819320" y="812834"/>
                  <a:ext cx="3821931" cy="2116633"/>
                  <a:chOff x="819320" y="812834"/>
                  <a:chExt cx="3821931" cy="2116633"/>
                </a:xfrm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8B6B2264-0C70-CAFA-14FD-3AFB136F6D2E}"/>
                      </a:ext>
                    </a:extLst>
                  </p:cNvPr>
                  <p:cNvGrpSpPr/>
                  <p:nvPr/>
                </p:nvGrpSpPr>
                <p:grpSpPr>
                  <a:xfrm>
                    <a:off x="1124692" y="812834"/>
                    <a:ext cx="3184667" cy="2069642"/>
                    <a:chOff x="478897" y="926499"/>
                    <a:chExt cx="3184667" cy="2069642"/>
                  </a:xfrm>
                </p:grpSpPr>
                <p:grpSp>
                  <p:nvGrpSpPr>
                    <p:cNvPr id="76" name="Group 75">
                      <a:extLst>
                        <a:ext uri="{FF2B5EF4-FFF2-40B4-BE49-F238E27FC236}">
                          <a16:creationId xmlns:a16="http://schemas.microsoft.com/office/drawing/2014/main" id="{628AD27C-2FBC-A923-B420-F3A0360FC4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8897" y="1145143"/>
                      <a:ext cx="3184667" cy="1850998"/>
                      <a:chOff x="1869547" y="2221468"/>
                      <a:chExt cx="3184667" cy="1850998"/>
                    </a:xfrm>
                  </p:grpSpPr>
                  <p:grpSp>
                    <p:nvGrpSpPr>
                      <p:cNvPr id="79" name="Group 78">
                        <a:extLst>
                          <a:ext uri="{FF2B5EF4-FFF2-40B4-BE49-F238E27FC236}">
                            <a16:creationId xmlns:a16="http://schemas.microsoft.com/office/drawing/2014/main" id="{AD009605-23EA-3D4B-0778-B8CD1E28CDE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10178" y="2221468"/>
                        <a:ext cx="3051432" cy="1850998"/>
                        <a:chOff x="1668878" y="2589768"/>
                        <a:chExt cx="3051432" cy="1850998"/>
                      </a:xfrm>
                    </p:grpSpPr>
                    <p:grpSp>
                      <p:nvGrpSpPr>
                        <p:cNvPr id="84" name="Group 83">
                          <a:extLst>
                            <a:ext uri="{FF2B5EF4-FFF2-40B4-BE49-F238E27FC236}">
                              <a16:creationId xmlns:a16="http://schemas.microsoft.com/office/drawing/2014/main" id="{99580426-EBFB-EBE9-796D-DBF14EDF7C0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68878" y="2671580"/>
                          <a:ext cx="3051432" cy="1769186"/>
                          <a:chOff x="1850912" y="3962747"/>
                          <a:chExt cx="3051432" cy="1769186"/>
                        </a:xfrm>
                      </p:grpSpPr>
                      <p:pic>
                        <p:nvPicPr>
                          <p:cNvPr id="87" name="Picture 86">
                            <a:extLst>
                              <a:ext uri="{FF2B5EF4-FFF2-40B4-BE49-F238E27FC236}">
                                <a16:creationId xmlns:a16="http://schemas.microsoft.com/office/drawing/2014/main" id="{BAED3F6B-78C7-FEB7-66D1-3F6519EFA9CD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850912" y="3962747"/>
                            <a:ext cx="3051432" cy="1769186"/>
                          </a:xfrm>
                          <a:prstGeom prst="rect">
                            <a:avLst/>
                          </a:prstGeom>
                        </p:spPr>
                      </p:pic>
                      <p:cxnSp>
                        <p:nvCxnSpPr>
                          <p:cNvPr id="88" name="Straight Connector 87">
                            <a:extLst>
                              <a:ext uri="{FF2B5EF4-FFF2-40B4-BE49-F238E27FC236}">
                                <a16:creationId xmlns:a16="http://schemas.microsoft.com/office/drawing/2014/main" id="{C75D516C-E898-EA87-A03C-C6E0785F52F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680884" y="4250267"/>
                            <a:ext cx="0" cy="121073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89" name="Oval 88">
                            <a:extLst>
                              <a:ext uri="{FF2B5EF4-FFF2-40B4-BE49-F238E27FC236}">
                                <a16:creationId xmlns:a16="http://schemas.microsoft.com/office/drawing/2014/main" id="{2EC7FC29-080D-48E4-D03B-1FDA62579F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452287" y="4297180"/>
                            <a:ext cx="102583" cy="10258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cxnSp>
                        <p:nvCxnSpPr>
                          <p:cNvPr id="90" name="Straight Connector 89">
                            <a:extLst>
                              <a:ext uri="{FF2B5EF4-FFF2-40B4-BE49-F238E27FC236}">
                                <a16:creationId xmlns:a16="http://schemas.microsoft.com/office/drawing/2014/main" id="{AF7B7D75-A1D6-839E-D4F7-70082BA402D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823758" y="4250267"/>
                            <a:ext cx="0" cy="121073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91" name="Oval 90">
                            <a:extLst>
                              <a:ext uri="{FF2B5EF4-FFF2-40B4-BE49-F238E27FC236}">
                                <a16:creationId xmlns:a16="http://schemas.microsoft.com/office/drawing/2014/main" id="{95424776-6739-9C4D-E7FD-BE9E2E23F3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966632" y="5219442"/>
                            <a:ext cx="102583" cy="10258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85" name="TextBox 84">
                          <a:extLst>
                            <a:ext uri="{FF2B5EF4-FFF2-40B4-BE49-F238E27FC236}">
                              <a16:creationId xmlns:a16="http://schemas.microsoft.com/office/drawing/2014/main" id="{0967CE39-4C5D-0A69-EC70-4176F37A2C5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332691" y="2589768"/>
                          <a:ext cx="55880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1:n</a:t>
                          </a:r>
                        </a:p>
                      </p:txBody>
                    </p:sp>
                    <p:sp>
                      <p:nvSpPr>
                        <p:cNvPr id="86" name="TextBox 85">
                          <a:extLst>
                            <a:ext uri="{FF2B5EF4-FFF2-40B4-BE49-F238E27FC236}">
                              <a16:creationId xmlns:a16="http://schemas.microsoft.com/office/drawing/2014/main" id="{DA3AC1F9-D053-69F3-8D89-DDB1A3FF625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934496" y="3310123"/>
                          <a:ext cx="485769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</a:t>
                          </a:r>
                          <a:r>
                            <a:rPr lang="en-US" baseline="-25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µ1</a:t>
                          </a:r>
                        </a:p>
                      </p:txBody>
                    </p:sp>
                  </p:grpSp>
                  <p:sp>
                    <p:nvSpPr>
                      <p:cNvPr id="80" name="Oval 79">
                        <a:extLst>
                          <a:ext uri="{FF2B5EF4-FFF2-40B4-BE49-F238E27FC236}">
                            <a16:creationId xmlns:a16="http://schemas.microsoft.com/office/drawing/2014/main" id="{35FA22D3-AAE1-F78A-DD39-31FDE84EBE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69547" y="230911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1" name="Oval 80">
                        <a:extLst>
                          <a:ext uri="{FF2B5EF4-FFF2-40B4-BE49-F238E27FC236}">
                            <a16:creationId xmlns:a16="http://schemas.microsoft.com/office/drawing/2014/main" id="{9B82A605-0462-A1EC-9B16-D94D7BC048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69547" y="392836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2" name="Oval 81">
                        <a:extLst>
                          <a:ext uri="{FF2B5EF4-FFF2-40B4-BE49-F238E27FC236}">
                            <a16:creationId xmlns:a16="http://schemas.microsoft.com/office/drawing/2014/main" id="{6E2E0E08-43DE-015C-8EDC-17080D37C8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44146" y="230911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3" name="Oval 82">
                        <a:extLst>
                          <a:ext uri="{FF2B5EF4-FFF2-40B4-BE49-F238E27FC236}">
                            <a16:creationId xmlns:a16="http://schemas.microsoft.com/office/drawing/2014/main" id="{B8464381-1A61-789B-A770-0C3822EC2C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44146" y="392836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77" name="Rectangle 76">
                      <a:extLst>
                        <a:ext uri="{FF2B5EF4-FFF2-40B4-BE49-F238E27FC236}">
                          <a16:creationId xmlns:a16="http://schemas.microsoft.com/office/drawing/2014/main" id="{A1F7CF0B-CD94-90D7-0AEB-AE6009035E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16576" y="1180042"/>
                      <a:ext cx="1029189" cy="18118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FBC29C39-613A-7025-1858-CBC92F434D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30843" y="926499"/>
                      <a:ext cx="58843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(Ideal)</a:t>
                      </a:r>
                    </a:p>
                  </p:txBody>
                </p:sp>
              </p:grpSp>
              <p:grpSp>
                <p:nvGrpSpPr>
                  <p:cNvPr id="70" name="Group 69">
                    <a:extLst>
                      <a:ext uri="{FF2B5EF4-FFF2-40B4-BE49-F238E27FC236}">
                        <a16:creationId xmlns:a16="http://schemas.microsoft.com/office/drawing/2014/main" id="{45B11062-14A0-D8E1-0B81-CBEF1C398369}"/>
                      </a:ext>
                    </a:extLst>
                  </p:cNvPr>
                  <p:cNvGrpSpPr/>
                  <p:nvPr/>
                </p:nvGrpSpPr>
                <p:grpSpPr>
                  <a:xfrm>
                    <a:off x="819320" y="1052238"/>
                    <a:ext cx="247729" cy="1863090"/>
                    <a:chOff x="819320" y="1052238"/>
                    <a:chExt cx="247729" cy="1863090"/>
                  </a:xfrm>
                </p:grpSpPr>
                <p:sp>
                  <p:nvSpPr>
                    <p:cNvPr id="74" name="Plus Sign 73">
                      <a:extLst>
                        <a:ext uri="{FF2B5EF4-FFF2-40B4-BE49-F238E27FC236}">
                          <a16:creationId xmlns:a16="http://schemas.microsoft.com/office/drawing/2014/main" id="{3C38488D-58B2-FA50-D439-9A9AF85D0D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209" y="1052238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5" name="Minus Sign 74">
                      <a:extLst>
                        <a:ext uri="{FF2B5EF4-FFF2-40B4-BE49-F238E27FC236}">
                          <a16:creationId xmlns:a16="http://schemas.microsoft.com/office/drawing/2014/main" id="{D0B97D1E-BA6A-B1B7-FAC4-2CF3C3D95A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9320" y="2671488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1" name="Group 70">
                    <a:extLst>
                      <a:ext uri="{FF2B5EF4-FFF2-40B4-BE49-F238E27FC236}">
                        <a16:creationId xmlns:a16="http://schemas.microsoft.com/office/drawing/2014/main" id="{498CD5DE-65DF-D2D7-22D1-9257F539013E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4393522" y="1066377"/>
                    <a:ext cx="247729" cy="1863090"/>
                    <a:chOff x="819320" y="1052238"/>
                    <a:chExt cx="247729" cy="1863090"/>
                  </a:xfrm>
                </p:grpSpPr>
                <p:sp>
                  <p:nvSpPr>
                    <p:cNvPr id="72" name="Plus Sign 71">
                      <a:extLst>
                        <a:ext uri="{FF2B5EF4-FFF2-40B4-BE49-F238E27FC236}">
                          <a16:creationId xmlns:a16="http://schemas.microsoft.com/office/drawing/2014/main" id="{C0350ADA-B3A3-2982-2CDC-3C038BAA61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209" y="1052238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3" name="Minus Sign 72">
                      <a:extLst>
                        <a:ext uri="{FF2B5EF4-FFF2-40B4-BE49-F238E27FC236}">
                          <a16:creationId xmlns:a16="http://schemas.microsoft.com/office/drawing/2014/main" id="{6A882773-3792-B3E3-06AD-61886539D5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9320" y="2671488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338DC541-C266-F40D-075F-A6680DAEA4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0985" y="1263508"/>
                <a:ext cx="0" cy="4016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00E2157-2F88-6B3F-80ED-21D88E52BE85}"/>
                  </a:ext>
                </a:extLst>
              </p:cNvPr>
              <p:cNvSpPr txBox="1"/>
              <p:nvPr/>
            </p:nvSpPr>
            <p:spPr>
              <a:xfrm>
                <a:off x="1430940" y="1229192"/>
                <a:ext cx="4857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µ1</a:t>
                </a: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14A81C55-2B0E-7F8D-F0EF-14680D5E3F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2960" y="1263508"/>
                <a:ext cx="39116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8347C28-63A1-E4F4-6130-91935582E2D6}"/>
                  </a:ext>
                </a:extLst>
              </p:cNvPr>
              <p:cNvSpPr txBox="1"/>
              <p:nvPr/>
            </p:nvSpPr>
            <p:spPr>
              <a:xfrm>
                <a:off x="2121036" y="1209626"/>
                <a:ext cx="333023" cy="382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43694B26-388C-E32C-820D-E4A7C282A4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9119" y="2698328"/>
              <a:ext cx="37440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D2CCB90-FAA3-C1F3-DFCB-F79F1607F80B}"/>
                </a:ext>
              </a:extLst>
            </p:cNvPr>
            <p:cNvSpPr txBox="1"/>
            <p:nvPr/>
          </p:nvSpPr>
          <p:spPr>
            <a:xfrm>
              <a:off x="3700497" y="2343472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</p:grpSp>
      <p:sp>
        <p:nvSpPr>
          <p:cNvPr id="93" name="Arrow: Left-Right 92">
            <a:extLst>
              <a:ext uri="{FF2B5EF4-FFF2-40B4-BE49-F238E27FC236}">
                <a16:creationId xmlns:a16="http://schemas.microsoft.com/office/drawing/2014/main" id="{1CAAC5B9-1E2C-66A0-7FD5-61DD86178F5C}"/>
              </a:ext>
            </a:extLst>
          </p:cNvPr>
          <p:cNvSpPr/>
          <p:nvPr/>
        </p:nvSpPr>
        <p:spPr>
          <a:xfrm>
            <a:off x="5106159" y="4149393"/>
            <a:ext cx="1633757" cy="220133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6269C0E-B3D6-8913-7FC4-005150963755}"/>
              </a:ext>
            </a:extLst>
          </p:cNvPr>
          <p:cNvSpPr txBox="1"/>
          <p:nvPr/>
        </p:nvSpPr>
        <p:spPr>
          <a:xfrm>
            <a:off x="5201509" y="3847237"/>
            <a:ext cx="157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EQUIVALENT!</a:t>
            </a:r>
          </a:p>
        </p:txBody>
      </p:sp>
      <p:sp>
        <p:nvSpPr>
          <p:cNvPr id="95" name="Title 94">
            <a:extLst>
              <a:ext uri="{FF2B5EF4-FFF2-40B4-BE49-F238E27FC236}">
                <a16:creationId xmlns:a16="http://schemas.microsoft.com/office/drawing/2014/main" id="{2DED398A-988C-73DE-5FE3-8072BFB92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6791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Circuit Model with Finite Core Permeability µ</a:t>
            </a:r>
            <a:r>
              <a:rPr lang="en-US" sz="32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ECC49FB-A983-F6CF-AFAC-AAD5BC0D140B}"/>
              </a:ext>
            </a:extLst>
          </p:cNvPr>
          <p:cNvGrpSpPr/>
          <p:nvPr/>
        </p:nvGrpSpPr>
        <p:grpSpPr>
          <a:xfrm>
            <a:off x="2456731" y="5832092"/>
            <a:ext cx="899116" cy="799555"/>
            <a:chOff x="5827867" y="4645059"/>
            <a:chExt cx="959458" cy="7695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27D8727-FB3B-A36D-53B6-0AAB565ACDC4}"/>
                    </a:ext>
                  </a:extLst>
                </p:cNvPr>
                <p:cNvSpPr txBox="1"/>
                <p:nvPr/>
              </p:nvSpPr>
              <p:spPr>
                <a:xfrm>
                  <a:off x="5827867" y="4645059"/>
                  <a:ext cx="959458" cy="2346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27D8727-FB3B-A36D-53B6-0AAB565ACD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867" y="4645059"/>
                  <a:ext cx="959458" cy="234678"/>
                </a:xfrm>
                <a:prstGeom prst="rect">
                  <a:avLst/>
                </a:prstGeom>
                <a:blipFill>
                  <a:blip r:embed="rId3"/>
                  <a:stretch>
                    <a:fillRect b="-1190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A796BA3-D3AF-E313-6478-827A5099C094}"/>
                    </a:ext>
                  </a:extLst>
                </p:cNvPr>
                <p:cNvSpPr txBox="1"/>
                <p:nvPr/>
              </p:nvSpPr>
              <p:spPr>
                <a:xfrm>
                  <a:off x="5827867" y="4972536"/>
                  <a:ext cx="959458" cy="44203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A796BA3-D3AF-E313-6478-827A5099C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867" y="4972536"/>
                  <a:ext cx="959458" cy="44203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EA014058-F3C4-A8A1-1EBB-F357D8DA3FDC}"/>
              </a:ext>
            </a:extLst>
          </p:cNvPr>
          <p:cNvSpPr txBox="1"/>
          <p:nvPr/>
        </p:nvSpPr>
        <p:spPr>
          <a:xfrm>
            <a:off x="2397807" y="5109801"/>
            <a:ext cx="958040" cy="661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Transformer Equations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4AAA61F-8EE1-88BB-A15D-4C770845596A}"/>
              </a:ext>
            </a:extLst>
          </p:cNvPr>
          <p:cNvGrpSpPr/>
          <p:nvPr/>
        </p:nvGrpSpPr>
        <p:grpSpPr>
          <a:xfrm>
            <a:off x="8503880" y="5826522"/>
            <a:ext cx="899116" cy="799555"/>
            <a:chOff x="5827867" y="4645059"/>
            <a:chExt cx="959458" cy="7695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766915C-0B18-DFE7-AA75-3EE08AF0B321}"/>
                    </a:ext>
                  </a:extLst>
                </p:cNvPr>
                <p:cNvSpPr txBox="1"/>
                <p:nvPr/>
              </p:nvSpPr>
              <p:spPr>
                <a:xfrm>
                  <a:off x="5827867" y="4645059"/>
                  <a:ext cx="959458" cy="2346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766915C-0B18-DFE7-AA75-3EE08AF0B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867" y="4645059"/>
                  <a:ext cx="959458" cy="234678"/>
                </a:xfrm>
                <a:prstGeom prst="rect">
                  <a:avLst/>
                </a:prstGeom>
                <a:blipFill>
                  <a:blip r:embed="rId5"/>
                  <a:stretch>
                    <a:fillRect b="-1190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D5BE88C0-FF2F-53E3-4C5E-F0C99BF742B1}"/>
                    </a:ext>
                  </a:extLst>
                </p:cNvPr>
                <p:cNvSpPr txBox="1"/>
                <p:nvPr/>
              </p:nvSpPr>
              <p:spPr>
                <a:xfrm>
                  <a:off x="5827867" y="4972536"/>
                  <a:ext cx="959458" cy="44203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D5BE88C0-FF2F-53E3-4C5E-F0C99BF74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867" y="4972536"/>
                  <a:ext cx="959458" cy="44203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6D60E95D-8E85-ACFD-2117-575EBD438EC6}"/>
              </a:ext>
            </a:extLst>
          </p:cNvPr>
          <p:cNvSpPr txBox="1"/>
          <p:nvPr/>
        </p:nvSpPr>
        <p:spPr>
          <a:xfrm>
            <a:off x="8444956" y="5104231"/>
            <a:ext cx="958040" cy="661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Transformer Equations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A827B2-2712-CF38-8336-616625330514}"/>
              </a:ext>
            </a:extLst>
          </p:cNvPr>
          <p:cNvSpPr txBox="1"/>
          <p:nvPr/>
        </p:nvSpPr>
        <p:spPr>
          <a:xfrm>
            <a:off x="347516" y="854429"/>
            <a:ext cx="116095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Finite (Non-infinite) Core Permeability µ</a:t>
            </a:r>
            <a:r>
              <a:rPr lang="en-US" sz="1400" b="1" u="sng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US" sz="14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Lots of fancy math and/or use magnetic circuits to show that the effect of a finite µ</a:t>
            </a:r>
            <a:r>
              <a:rPr lang="en-US" sz="1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that there is a finite, non-infinite, magnetizing inductor L</a:t>
            </a:r>
            <a:r>
              <a:rPr lang="en-US" sz="1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parallel with one of the windings of an ideal transformer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Magnetizing inductor stores energy, as opposed to direct power transfer properties of ideal transformers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limit that µ</a:t>
            </a:r>
            <a:r>
              <a:rPr lang="en-US" sz="1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magnetizing inductor L</a:t>
            </a:r>
            <a:r>
              <a:rPr lang="en-US" sz="1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becomes infinitely large, like an AC-open-circuit, and the transformer behaves like an ideal transformer that transforms voltages/currents, performs lossless power transfer, and does not store energy</a:t>
            </a:r>
          </a:p>
        </p:txBody>
      </p:sp>
    </p:spTree>
    <p:extLst>
      <p:ext uri="{BB962C8B-B14F-4D97-AF65-F5344CB8AC3E}">
        <p14:creationId xmlns:p14="http://schemas.microsoft.com/office/powerpoint/2010/main" val="3178855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B216-C395-CCC8-1EA7-624543C8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Flyback Converter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B18AD-5C41-1DCB-CF52-6506CB211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Buck-boost converter (</a:t>
            </a:r>
            <a:r>
              <a:rPr lang="en-US" sz="1800" dirty="0" err="1"/>
              <a:t>V</a:t>
            </a:r>
            <a:r>
              <a:rPr lang="en-US" sz="1800" baseline="-25000" dirty="0" err="1"/>
              <a:t>out</a:t>
            </a:r>
            <a:r>
              <a:rPr lang="en-US" sz="1800" dirty="0"/>
              <a:t> can be greater or less than V</a:t>
            </a:r>
            <a:r>
              <a:rPr lang="en-US" sz="1800" baseline="-25000" dirty="0"/>
              <a:t>in</a:t>
            </a:r>
            <a:r>
              <a:rPr lang="en-US" sz="1800" dirty="0"/>
              <a:t>), but with transformer. Provides following advantages</a:t>
            </a:r>
          </a:p>
          <a:p>
            <a:pPr lvl="1"/>
            <a:r>
              <a:rPr lang="en-US" sz="1800" dirty="0"/>
              <a:t>Isolation</a:t>
            </a:r>
          </a:p>
          <a:p>
            <a:pPr lvl="1"/>
            <a:r>
              <a:rPr lang="en-US" sz="1800" dirty="0"/>
              <a:t>Transformer turns ratio provides additional “knob” or degree of freedom to achieve wider range of voltage conversion ratios</a:t>
            </a:r>
          </a:p>
          <a:p>
            <a:pPr lvl="1"/>
            <a:r>
              <a:rPr lang="en-US" sz="1800" dirty="0"/>
              <a:t>Can use multiple windings for multiple outputs</a:t>
            </a:r>
          </a:p>
          <a:p>
            <a:pPr lvl="1"/>
            <a:r>
              <a:rPr lang="en-US" sz="1800" dirty="0"/>
              <a:t>Simple – few parts</a:t>
            </a:r>
          </a:p>
          <a:p>
            <a:pPr lvl="1"/>
            <a:endParaRPr lang="en-US" sz="1800" dirty="0"/>
          </a:p>
          <a:p>
            <a:r>
              <a:rPr lang="en-US" sz="1800" dirty="0"/>
              <a:t>Flyback converter basic operation</a:t>
            </a:r>
          </a:p>
          <a:p>
            <a:pPr lvl="1"/>
            <a:r>
              <a:rPr lang="en-US" sz="1800" dirty="0"/>
              <a:t>Flyback transformer constructed such that there is an equivalent, magnetizing inductance on one of the windings, which is used as an energy storage element</a:t>
            </a:r>
          </a:p>
          <a:p>
            <a:pPr lvl="1"/>
            <a:r>
              <a:rPr lang="en-US" sz="1800" dirty="0"/>
              <a:t>Store energy in transformer magnetizing inductance when switch is ON</a:t>
            </a:r>
          </a:p>
          <a:p>
            <a:pPr lvl="1"/>
            <a:r>
              <a:rPr lang="en-US" sz="1800" dirty="0"/>
              <a:t>Deliver energy to load when switch is OFF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637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F17B2-CDE3-1CE3-4C45-0D4B0841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2968693-FAF7-F081-8740-40DDB02C430C}"/>
              </a:ext>
            </a:extLst>
          </p:cNvPr>
          <p:cNvGrpSpPr/>
          <p:nvPr/>
        </p:nvGrpSpPr>
        <p:grpSpPr>
          <a:xfrm>
            <a:off x="236963" y="1026017"/>
            <a:ext cx="9751323" cy="4171077"/>
            <a:chOff x="236963" y="1026017"/>
            <a:chExt cx="9751323" cy="41710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5D0B651-780F-332E-E6A3-7436C2543F57}"/>
                </a:ext>
              </a:extLst>
            </p:cNvPr>
            <p:cNvGrpSpPr/>
            <p:nvPr/>
          </p:nvGrpSpPr>
          <p:grpSpPr>
            <a:xfrm>
              <a:off x="236963" y="1026017"/>
              <a:ext cx="9751323" cy="4171077"/>
              <a:chOff x="236963" y="1026017"/>
              <a:chExt cx="9751323" cy="417107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2DFD8CB-E424-7488-5A82-39D5536320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4792" y="1244661"/>
                <a:ext cx="8221146" cy="3952433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9BD5D0-77C0-A10D-9C4C-2DFC09F7417B}"/>
                  </a:ext>
                </a:extLst>
              </p:cNvPr>
              <p:cNvSpPr txBox="1"/>
              <p:nvPr/>
            </p:nvSpPr>
            <p:spPr>
              <a:xfrm>
                <a:off x="2351172" y="3452517"/>
                <a:ext cx="547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</a:t>
                </a:r>
                <a:endPara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9BCDC3A8-6A0E-C413-916E-838904370AC4}"/>
                  </a:ext>
                </a:extLst>
              </p:cNvPr>
              <p:cNvGrpSpPr/>
              <p:nvPr/>
            </p:nvGrpSpPr>
            <p:grpSpPr>
              <a:xfrm>
                <a:off x="236963" y="1026017"/>
                <a:ext cx="9751323" cy="2097671"/>
                <a:chOff x="420341" y="1211437"/>
                <a:chExt cx="9751323" cy="2097671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D6D46E4E-DB99-393E-9423-D963E4DCA9F2}"/>
                    </a:ext>
                  </a:extLst>
                </p:cNvPr>
                <p:cNvGrpSpPr/>
                <p:nvPr/>
              </p:nvGrpSpPr>
              <p:grpSpPr>
                <a:xfrm>
                  <a:off x="420341" y="1211437"/>
                  <a:ext cx="9751323" cy="2097671"/>
                  <a:chOff x="420341" y="1211437"/>
                  <a:chExt cx="9751323" cy="2097671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301DE175-F0CA-7BA3-D18D-7857683934F3}"/>
                      </a:ext>
                    </a:extLst>
                  </p:cNvPr>
                  <p:cNvGrpSpPr/>
                  <p:nvPr/>
                </p:nvGrpSpPr>
                <p:grpSpPr>
                  <a:xfrm>
                    <a:off x="420341" y="1211437"/>
                    <a:ext cx="8948037" cy="2097671"/>
                    <a:chOff x="420341" y="1211437"/>
                    <a:chExt cx="8948037" cy="2097671"/>
                  </a:xfrm>
                </p:grpSpPr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F08D67B6-2624-0EFF-6CC6-F4D2CD5B30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0341" y="2939776"/>
                      <a:ext cx="5783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</a:p>
                  </p:txBody>
                </p:sp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117270B4-5DAC-D205-B7AF-2DAEFB48FE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69734" y="1211437"/>
                      <a:ext cx="6498644" cy="2065409"/>
                      <a:chOff x="2869734" y="1211437"/>
                      <a:chExt cx="6498644" cy="2065409"/>
                    </a:xfrm>
                  </p:grpSpPr>
                  <p:grpSp>
                    <p:nvGrpSpPr>
                      <p:cNvPr id="37" name="Group 36">
                        <a:extLst>
                          <a:ext uri="{FF2B5EF4-FFF2-40B4-BE49-F238E27FC236}">
                            <a16:creationId xmlns:a16="http://schemas.microsoft.com/office/drawing/2014/main" id="{412D43F3-F8F7-AD68-3F32-38ECBE6FAD6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869734" y="1211437"/>
                        <a:ext cx="5972448" cy="2065409"/>
                        <a:chOff x="2869734" y="1211437"/>
                        <a:chExt cx="5972448" cy="2065409"/>
                      </a:xfrm>
                    </p:grpSpPr>
                    <p:grpSp>
                      <p:nvGrpSpPr>
                        <p:cNvPr id="57" name="Group 56">
                          <a:extLst>
                            <a:ext uri="{FF2B5EF4-FFF2-40B4-BE49-F238E27FC236}">
                              <a16:creationId xmlns:a16="http://schemas.microsoft.com/office/drawing/2014/main" id="{C611D56F-3B30-FBE3-936A-597C272C51A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869734" y="1211437"/>
                          <a:ext cx="3432309" cy="2065409"/>
                          <a:chOff x="1099527" y="812834"/>
                          <a:chExt cx="3432309" cy="2065409"/>
                        </a:xfrm>
                      </p:grpSpPr>
                      <p:grpSp>
                        <p:nvGrpSpPr>
                          <p:cNvPr id="58" name="Group 57">
                            <a:extLst>
                              <a:ext uri="{FF2B5EF4-FFF2-40B4-BE49-F238E27FC236}">
                                <a16:creationId xmlns:a16="http://schemas.microsoft.com/office/drawing/2014/main" id="{9B9401EF-2174-C646-F43B-CB51687F405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99527" y="812834"/>
                            <a:ext cx="3432309" cy="2065409"/>
                            <a:chOff x="1099527" y="812834"/>
                            <a:chExt cx="3432309" cy="2065409"/>
                          </a:xfrm>
                        </p:grpSpPr>
                        <p:grpSp>
                          <p:nvGrpSpPr>
                            <p:cNvPr id="61" name="Group 60">
                              <a:extLst>
                                <a:ext uri="{FF2B5EF4-FFF2-40B4-BE49-F238E27FC236}">
                                  <a16:creationId xmlns:a16="http://schemas.microsoft.com/office/drawing/2014/main" id="{000BEA27-0A93-2FE6-8356-697A1383593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99527" y="812834"/>
                              <a:ext cx="3432309" cy="2065409"/>
                              <a:chOff x="1099527" y="812834"/>
                              <a:chExt cx="3432309" cy="2065409"/>
                            </a:xfrm>
                          </p:grpSpPr>
                          <p:sp>
                            <p:nvSpPr>
                              <p:cNvPr id="66" name="TextBox 65">
                                <a:extLst>
                                  <a:ext uri="{FF2B5EF4-FFF2-40B4-BE49-F238E27FC236}">
                                    <a16:creationId xmlns:a16="http://schemas.microsoft.com/office/drawing/2014/main" id="{F564B9D4-717D-82F3-EF22-B5D35EAD0CAB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99527" y="1782632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1</a:t>
                                </a:r>
                              </a:p>
                            </p:txBody>
                          </p:sp>
                          <p:sp>
                            <p:nvSpPr>
                              <p:cNvPr id="67" name="TextBox 66">
                                <a:extLst>
                                  <a:ext uri="{FF2B5EF4-FFF2-40B4-BE49-F238E27FC236}">
                                    <a16:creationId xmlns:a16="http://schemas.microsoft.com/office/drawing/2014/main" id="{45EC3D7C-820C-78B6-3B25-9561E7EEC2C7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4086882" y="1787644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2</a:t>
                                </a:r>
                              </a:p>
                            </p:txBody>
                          </p:sp>
                          <p:grpSp>
                            <p:nvGrpSpPr>
                              <p:cNvPr id="68" name="Group 67">
                                <a:extLst>
                                  <a:ext uri="{FF2B5EF4-FFF2-40B4-BE49-F238E27FC236}">
                                    <a16:creationId xmlns:a16="http://schemas.microsoft.com/office/drawing/2014/main" id="{855DABE2-C0E6-8FB6-BBB4-20DD28A691F2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151959" y="812834"/>
                                <a:ext cx="3230370" cy="2065409"/>
                                <a:chOff x="1151959" y="812834"/>
                                <a:chExt cx="3230370" cy="2065409"/>
                              </a:xfrm>
                            </p:grpSpPr>
                            <p:grpSp>
                              <p:nvGrpSpPr>
                                <p:cNvPr id="69" name="Group 68">
                                  <a:extLst>
                                    <a:ext uri="{FF2B5EF4-FFF2-40B4-BE49-F238E27FC236}">
                                      <a16:creationId xmlns:a16="http://schemas.microsoft.com/office/drawing/2014/main" id="{FF4FA76F-B559-5C21-3AC9-FB9597928556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216243" y="812834"/>
                                  <a:ext cx="3100982" cy="2065409"/>
                                  <a:chOff x="570448" y="926499"/>
                                  <a:chExt cx="3100982" cy="2065409"/>
                                </a:xfrm>
                              </p:grpSpPr>
                              <p:grpSp>
                                <p:nvGrpSpPr>
                                  <p:cNvPr id="76" name="Group 75">
                                    <a:extLst>
                                      <a:ext uri="{FF2B5EF4-FFF2-40B4-BE49-F238E27FC236}">
                                        <a16:creationId xmlns:a16="http://schemas.microsoft.com/office/drawing/2014/main" id="{E85CBA67-60AB-199C-DBD5-08A80556703B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570448" y="1145143"/>
                                    <a:ext cx="3100982" cy="1846765"/>
                                    <a:chOff x="1961098" y="2221468"/>
                                    <a:chExt cx="3100982" cy="1846765"/>
                                  </a:xfrm>
                                </p:grpSpPr>
                                <p:grpSp>
                                  <p:nvGrpSpPr>
                                    <p:cNvPr id="79" name="Group 78">
                                      <a:extLst>
                                        <a:ext uri="{FF2B5EF4-FFF2-40B4-BE49-F238E27FC236}">
                                          <a16:creationId xmlns:a16="http://schemas.microsoft.com/office/drawing/2014/main" id="{7FE9BA27-8932-9F28-A660-C3D0E5E368C4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2175796" y="2221468"/>
                                      <a:ext cx="1956995" cy="1580065"/>
                                      <a:chOff x="1934496" y="2589768"/>
                                      <a:chExt cx="1956995" cy="1580065"/>
                                    </a:xfrm>
                                  </p:grpSpPr>
                                  <p:grpSp>
                                    <p:nvGrpSpPr>
                                      <p:cNvPr id="84" name="Group 83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CC4D0136-9032-24E0-C551-6521DBD6BE00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3302479" y="2959100"/>
                                        <a:ext cx="586906" cy="1210733"/>
                                        <a:chOff x="3484513" y="4250267"/>
                                        <a:chExt cx="586906" cy="1210733"/>
                                      </a:xfrm>
                                    </p:grpSpPr>
                                    <p:cxnSp>
                                      <p:nvCxnSpPr>
                                        <p:cNvPr id="88" name="Straight Connector 87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6F53FE61-5051-6433-52B8-D41B50301D62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680884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89" name="Oval 88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98271115-6693-25CF-26AD-2D69F32EA10B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484513" y="4336307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  <p:cxnSp>
                                      <p:nvCxnSpPr>
                                        <p:cNvPr id="90" name="Straight Connector 89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299F4613-828E-D5AE-5801-8CE32257B404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823758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91" name="Oval 90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C1D875C2-F570-9AC4-4DD4-6D54869C6922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968836" y="5230246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85" name="TextBox 84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116609B6-ED8D-EBF6-292A-A13B3D93B60E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3332691" y="2589768"/>
                                        <a:ext cx="558800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1:n</a:t>
                                        </a:r>
                                      </a:p>
                                    </p:txBody>
                                  </p:sp>
                                  <p:sp>
                                    <p:nvSpPr>
                                      <p:cNvPr id="86" name="TextBox 85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16F7548C-A245-376D-7401-377F540E0371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1934496" y="3310123"/>
                                        <a:ext cx="485769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L</a:t>
                                        </a:r>
                                        <a:r>
                                          <a:rPr lang="en-US" baseline="-25000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µ1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80" name="Oval 79">
                                      <a:extLst>
                                        <a:ext uri="{FF2B5EF4-FFF2-40B4-BE49-F238E27FC236}">
                                          <a16:creationId xmlns:a16="http://schemas.microsoft.com/office/drawing/2014/main" id="{3162C7F6-52A7-2F0B-1484-1F25D109F580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2328131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81" name="Oval 80">
                                      <a:extLst>
                                        <a:ext uri="{FF2B5EF4-FFF2-40B4-BE49-F238E27FC236}">
                                          <a16:creationId xmlns:a16="http://schemas.microsoft.com/office/drawing/2014/main" id="{14CCDB49-7697-F318-9A31-E6C5BBF5E9A7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3958165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82" name="Oval 81">
                                      <a:extLst>
                                        <a:ext uri="{FF2B5EF4-FFF2-40B4-BE49-F238E27FC236}">
                                          <a16:creationId xmlns:a16="http://schemas.microsoft.com/office/drawing/2014/main" id="{DB647441-4EF3-539A-4143-5462F6DD229A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233309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 dirty="0"/>
                                    </a:p>
                                  </p:txBody>
                                </p:sp>
                                <p:sp>
                                  <p:nvSpPr>
                                    <p:cNvPr id="83" name="Oval 82">
                                      <a:extLst>
                                        <a:ext uri="{FF2B5EF4-FFF2-40B4-BE49-F238E27FC236}">
                                          <a16:creationId xmlns:a16="http://schemas.microsoft.com/office/drawing/2014/main" id="{9201AFF6-1E51-9C8E-6E44-A32F015E663D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395234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77" name="Rectangle 76">
                                    <a:extLst>
                                      <a:ext uri="{FF2B5EF4-FFF2-40B4-BE49-F238E27FC236}">
                                        <a16:creationId xmlns:a16="http://schemas.microsoft.com/office/drawing/2014/main" id="{90A97412-09E2-D1B3-97F3-229B282619D1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916576" y="1180042"/>
                                    <a:ext cx="1029189" cy="181186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solidFill>
                                      <a:schemeClr val="tx1"/>
                                    </a:solidFill>
                                    <a:prstDash val="sysDot"/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8" name="TextBox 77">
                                    <a:extLst>
                                      <a:ext uri="{FF2B5EF4-FFF2-40B4-BE49-F238E27FC236}">
                                        <a16:creationId xmlns:a16="http://schemas.microsoft.com/office/drawing/2014/main" id="{951D548C-54CE-898D-2D8D-1514C4B5D25F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2130843" y="926499"/>
                                    <a:ext cx="588430" cy="27699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200" dirty="0">
                                        <a:latin typeface="Calibri" panose="020F0502020204030204" pitchFamily="34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a:t>(Ideal)</a:t>
                                    </a:r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70" name="Group 69">
                                  <a:extLst>
                                    <a:ext uri="{FF2B5EF4-FFF2-40B4-BE49-F238E27FC236}">
                                      <a16:creationId xmlns:a16="http://schemas.microsoft.com/office/drawing/2014/main" id="{AC0DC879-44EE-537A-C0FA-2908A2C10A7A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151959" y="1290056"/>
                                  <a:ext cx="243840" cy="1472298"/>
                                  <a:chOff x="1151959" y="1290056"/>
                                  <a:chExt cx="243840" cy="1472298"/>
                                </a:xfrm>
                              </p:grpSpPr>
                              <p:sp>
                                <p:nvSpPr>
                                  <p:cNvPr id="74" name="Plus Sign 73">
                                    <a:extLst>
                                      <a:ext uri="{FF2B5EF4-FFF2-40B4-BE49-F238E27FC236}">
                                        <a16:creationId xmlns:a16="http://schemas.microsoft.com/office/drawing/2014/main" id="{3229F6D0-A882-7087-497E-E70B5015380D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1290056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5" name="Minus Sign 74">
                                    <a:extLst>
                                      <a:ext uri="{FF2B5EF4-FFF2-40B4-BE49-F238E27FC236}">
                                        <a16:creationId xmlns:a16="http://schemas.microsoft.com/office/drawing/2014/main" id="{523C4622-59F6-4265-6946-32DCF3B35B60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2518514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71" name="Group 70">
                                  <a:extLst>
                                    <a:ext uri="{FF2B5EF4-FFF2-40B4-BE49-F238E27FC236}">
                                      <a16:creationId xmlns:a16="http://schemas.microsoft.com/office/drawing/2014/main" id="{7985C9E0-A912-AA3F-0761-1C985B11C5AC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 rot="10800000">
                                  <a:off x="4138489" y="1225112"/>
                                  <a:ext cx="243840" cy="1450809"/>
                                  <a:chOff x="1078242" y="1305784"/>
                                  <a:chExt cx="243840" cy="1450809"/>
                                </a:xfrm>
                              </p:grpSpPr>
                              <p:sp>
                                <p:nvSpPr>
                                  <p:cNvPr id="72" name="Plus Sign 71">
                                    <a:extLst>
                                      <a:ext uri="{FF2B5EF4-FFF2-40B4-BE49-F238E27FC236}">
                                        <a16:creationId xmlns:a16="http://schemas.microsoft.com/office/drawing/2014/main" id="{FF9038E1-F281-D8D4-0D5B-81BB43BD70D4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1305784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3" name="Minus Sign 72">
                                    <a:extLst>
                                      <a:ext uri="{FF2B5EF4-FFF2-40B4-BE49-F238E27FC236}">
                                        <a16:creationId xmlns:a16="http://schemas.microsoft.com/office/drawing/2014/main" id="{32AC1D5F-51EE-AEDF-207E-E95867448B27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2512753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</p:grpSp>
                        </p:grpSp>
                        <p:cxnSp>
                          <p:nvCxnSpPr>
                            <p:cNvPr id="62" name="Straight Arrow Connector 61">
                              <a:extLst>
                                <a:ext uri="{FF2B5EF4-FFF2-40B4-BE49-F238E27FC236}">
                                  <a16:creationId xmlns:a16="http://schemas.microsoft.com/office/drawing/2014/main" id="{8CE9D09F-F10F-D3D2-1DF3-BD5B8D4F33C8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1810985" y="1263508"/>
                              <a:ext cx="0" cy="401606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63" name="TextBox 62">
                              <a:extLst>
                                <a:ext uri="{FF2B5EF4-FFF2-40B4-BE49-F238E27FC236}">
                                  <a16:creationId xmlns:a16="http://schemas.microsoft.com/office/drawing/2014/main" id="{4DA6DF54-D3A2-3C53-C7CB-D989DFDE01BE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430940" y="1229192"/>
                              <a:ext cx="485769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µ1</a:t>
                              </a:r>
                            </a:p>
                          </p:txBody>
                        </p:sp>
                        <p:cxnSp>
                          <p:nvCxnSpPr>
                            <p:cNvPr id="64" name="Straight Arrow Connector 63">
                              <a:extLst>
                                <a:ext uri="{FF2B5EF4-FFF2-40B4-BE49-F238E27FC236}">
                                  <a16:creationId xmlns:a16="http://schemas.microsoft.com/office/drawing/2014/main" id="{A97218A1-895D-31B4-7CC3-B65F8AFA686E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2092960" y="1263508"/>
                              <a:ext cx="391160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65" name="TextBox 64">
                              <a:extLst>
                                <a:ext uri="{FF2B5EF4-FFF2-40B4-BE49-F238E27FC236}">
                                  <a16:creationId xmlns:a16="http://schemas.microsoft.com/office/drawing/2014/main" id="{1297F950-AA9C-F939-3A54-A523F6D09A1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121036" y="1209626"/>
                              <a:ext cx="333023" cy="3823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1</a:t>
                              </a:r>
                            </a:p>
                          </p:txBody>
                        </p:sp>
                      </p:grpSp>
                      <p:cxnSp>
                        <p:nvCxnSpPr>
                          <p:cNvPr id="59" name="Straight Arrow Connector 58">
                            <a:extLst>
                              <a:ext uri="{FF2B5EF4-FFF2-40B4-BE49-F238E27FC236}">
                                <a16:creationId xmlns:a16="http://schemas.microsoft.com/office/drawing/2014/main" id="{A6EB7AD8-983D-3EF6-EE00-02B5F1048F4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3659119" y="2698328"/>
                            <a:ext cx="374401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60" name="TextBox 59">
                            <a:extLst>
                              <a:ext uri="{FF2B5EF4-FFF2-40B4-BE49-F238E27FC236}">
                                <a16:creationId xmlns:a16="http://schemas.microsoft.com/office/drawing/2014/main" id="{D338E010-CE5C-0CF0-B3DA-25C660A4511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700497" y="2343472"/>
                            <a:ext cx="333023" cy="3823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i</a:t>
                            </a:r>
                            <a:r>
                              <a:rPr lang="en-US" baseline="-25000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2</a:t>
                            </a:r>
                          </a:p>
                        </p:txBody>
                      </p:sp>
                    </p:grpSp>
                    <p:sp>
                      <p:nvSpPr>
                        <p:cNvPr id="14" name="Oval 13">
                          <a:extLst>
                            <a:ext uri="{FF2B5EF4-FFF2-40B4-BE49-F238E27FC236}">
                              <a16:creationId xmlns:a16="http://schemas.microsoft.com/office/drawing/2014/main" id="{B3195AA7-3937-EAFC-B839-AAC33952326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1536744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27" name="Oval 26">
                          <a:extLst>
                            <a:ext uri="{FF2B5EF4-FFF2-40B4-BE49-F238E27FC236}">
                              <a16:creationId xmlns:a16="http://schemas.microsoft.com/office/drawing/2014/main" id="{16C093A7-76F7-7C9D-BE37-CB6CC1D77B2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3160957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9" name="TextBox 8">
                        <a:extLst>
                          <a:ext uri="{FF2B5EF4-FFF2-40B4-BE49-F238E27FC236}">
                            <a16:creationId xmlns:a16="http://schemas.microsoft.com/office/drawing/2014/main" id="{5AD833E4-CEE8-9348-DCBE-A5B2744FDC3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5080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C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3" name="TextBox 12">
                        <a:extLst>
                          <a:ext uri="{FF2B5EF4-FFF2-40B4-BE49-F238E27FC236}">
                            <a16:creationId xmlns:a16="http://schemas.microsoft.com/office/drawing/2014/main" id="{B81B5E9B-590F-85CD-28B8-83B8E9A53A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23424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R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</p:grp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6CAE9AD4-AA4E-F803-97A8-183041748003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1595807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DD99D449-C2E8-68EE-51E3-8802A4BBAD9E}"/>
                      </a:ext>
                    </a:extLst>
                  </p:cNvPr>
                  <p:cNvSpPr txBox="1"/>
                  <p:nvPr/>
                </p:nvSpPr>
                <p:spPr>
                  <a:xfrm>
                    <a:off x="9553942" y="2192923"/>
                    <a:ext cx="61772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V</a:t>
                    </a:r>
                    <a:r>
                      <a:rPr lang="en-US" baseline="-25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OUT</a:t>
                    </a:r>
                  </a:p>
                </p:txBody>
              </p:sp>
              <p:sp>
                <p:nvSpPr>
                  <p:cNvPr id="44" name="Plus Sign 43">
                    <a:extLst>
                      <a:ext uri="{FF2B5EF4-FFF2-40B4-BE49-F238E27FC236}">
                        <a16:creationId xmlns:a16="http://schemas.microsoft.com/office/drawing/2014/main" id="{001F0F6D-C6AD-F1F8-6453-B40D20B8A021}"/>
                      </a:ext>
                    </a:extLst>
                  </p:cNvPr>
                  <p:cNvSpPr/>
                  <p:nvPr/>
                </p:nvSpPr>
                <p:spPr>
                  <a:xfrm>
                    <a:off x="9726251" y="1693568"/>
                    <a:ext cx="243840" cy="243840"/>
                  </a:xfrm>
                  <a:prstGeom prst="mathPl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" name="Minus Sign 91">
                    <a:extLst>
                      <a:ext uri="{FF2B5EF4-FFF2-40B4-BE49-F238E27FC236}">
                        <a16:creationId xmlns:a16="http://schemas.microsoft.com/office/drawing/2014/main" id="{22EA98D3-E862-0B73-62B3-30041007C136}"/>
                      </a:ext>
                    </a:extLst>
                  </p:cNvPr>
                  <p:cNvSpPr/>
                  <p:nvPr/>
                </p:nvSpPr>
                <p:spPr>
                  <a:xfrm>
                    <a:off x="9714553" y="2895644"/>
                    <a:ext cx="243840" cy="243840"/>
                  </a:xfrm>
                  <a:prstGeom prst="mathMin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832FC4FC-2C0A-EAD3-BAD9-8603EC07DB96}"/>
                    </a:ext>
                  </a:extLst>
                </p:cNvPr>
                <p:cNvSpPr/>
                <p:nvPr/>
              </p:nvSpPr>
              <p:spPr>
                <a:xfrm>
                  <a:off x="9793048" y="1540773"/>
                  <a:ext cx="110068" cy="1100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BAE25E44-DFC1-EB6D-8056-B3F9B56FB4B3}"/>
                    </a:ext>
                  </a:extLst>
                </p:cNvPr>
                <p:cNvGrpSpPr/>
                <p:nvPr/>
              </p:nvGrpSpPr>
              <p:grpSpPr>
                <a:xfrm>
                  <a:off x="8842182" y="3164986"/>
                  <a:ext cx="1060934" cy="110068"/>
                  <a:chOff x="8842182" y="3164986"/>
                  <a:chExt cx="1060934" cy="110068"/>
                </a:xfrm>
              </p:grpSpPr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757E13D3-E3E4-94FF-BA9C-E7F628C053CF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3215991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BD0EC7D5-42F4-A5DA-E0F7-B7105E78475E}"/>
                      </a:ext>
                    </a:extLst>
                  </p:cNvPr>
                  <p:cNvSpPr/>
                  <p:nvPr/>
                </p:nvSpPr>
                <p:spPr>
                  <a:xfrm>
                    <a:off x="9793048" y="3164986"/>
                    <a:ext cx="110068" cy="110068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0BF3C8B-78EE-0307-C719-D3B39B703888}"/>
                  </a:ext>
                </a:extLst>
              </p:cNvPr>
              <p:cNvSpPr/>
              <p:nvPr/>
            </p:nvSpPr>
            <p:spPr>
              <a:xfrm>
                <a:off x="2798765" y="4405490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176F67B-8B42-84F1-D7D0-EBDA82145974}"/>
                  </a:ext>
                </a:extLst>
              </p:cNvPr>
              <p:cNvSpPr/>
              <p:nvPr/>
            </p:nvSpPr>
            <p:spPr>
              <a:xfrm>
                <a:off x="2798765" y="3772396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D89F5B0-9A5B-186D-5E91-15C971701B7D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H="1" flipV="1">
                <a:off x="2447925" y="3911600"/>
                <a:ext cx="405874" cy="49389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459A72C-5F48-DD55-43E0-8856B88494D5}"/>
                </a:ext>
              </a:extLst>
            </p:cNvPr>
            <p:cNvSpPr txBox="1"/>
            <p:nvPr/>
          </p:nvSpPr>
          <p:spPr>
            <a:xfrm>
              <a:off x="7842397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E6027EB6-DEEA-B22F-5CEF-E65F60E8D5DC}"/>
                </a:ext>
              </a:extLst>
            </p:cNvPr>
            <p:cNvCxnSpPr>
              <a:cxnSpLocks/>
            </p:cNvCxnSpPr>
            <p:nvPr/>
          </p:nvCxnSpPr>
          <p:spPr>
            <a:xfrm>
              <a:off x="7841702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DB0A04-E317-CEAF-E542-7129D9DB78EB}"/>
                </a:ext>
              </a:extLst>
            </p:cNvPr>
            <p:cNvSpPr txBox="1"/>
            <p:nvPr/>
          </p:nvSpPr>
          <p:spPr>
            <a:xfrm>
              <a:off x="8808732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2DD5405-A8FC-CFC4-44CF-464BD18FEBD0}"/>
                </a:ext>
              </a:extLst>
            </p:cNvPr>
            <p:cNvCxnSpPr>
              <a:cxnSpLocks/>
            </p:cNvCxnSpPr>
            <p:nvPr/>
          </p:nvCxnSpPr>
          <p:spPr>
            <a:xfrm>
              <a:off x="8740046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itle 94">
            <a:extLst>
              <a:ext uri="{FF2B5EF4-FFF2-40B4-BE49-F238E27FC236}">
                <a16:creationId xmlns:a16="http://schemas.microsoft.com/office/drawing/2014/main" id="{2F352D45-56E7-E12E-E735-8594308EB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Flyback Converter</a:t>
            </a:r>
          </a:p>
        </p:txBody>
      </p:sp>
      <p:sp>
        <p:nvSpPr>
          <p:cNvPr id="20" name="Arrow: Curved Up 19">
            <a:extLst>
              <a:ext uri="{FF2B5EF4-FFF2-40B4-BE49-F238E27FC236}">
                <a16:creationId xmlns:a16="http://schemas.microsoft.com/office/drawing/2014/main" id="{E5313D50-A3D4-006D-C2BA-02A141009E63}"/>
              </a:ext>
            </a:extLst>
          </p:cNvPr>
          <p:cNvSpPr/>
          <p:nvPr/>
        </p:nvSpPr>
        <p:spPr>
          <a:xfrm rot="16200000" flipV="1">
            <a:off x="2716215" y="4028091"/>
            <a:ext cx="275167" cy="208661"/>
          </a:xfrm>
          <a:prstGeom prst="curvedUpArrow">
            <a:avLst>
              <a:gd name="adj1" fmla="val 25000"/>
              <a:gd name="adj2" fmla="val 63884"/>
              <a:gd name="adj3" fmla="val 326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3FBE85-D8B3-9514-3D37-71370E4674F6}"/>
              </a:ext>
            </a:extLst>
          </p:cNvPr>
          <p:cNvSpPr txBox="1"/>
          <p:nvPr/>
        </p:nvSpPr>
        <p:spPr>
          <a:xfrm>
            <a:off x="926249" y="5132506"/>
            <a:ext cx="294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Switching Frequency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Time = 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DT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668385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90378-2E71-87BD-84AC-9FD8D11E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87BF1B8-E176-53A5-437A-C36D07C03B4E}"/>
              </a:ext>
            </a:extLst>
          </p:cNvPr>
          <p:cNvGrpSpPr/>
          <p:nvPr/>
        </p:nvGrpSpPr>
        <p:grpSpPr>
          <a:xfrm>
            <a:off x="236963" y="1026017"/>
            <a:ext cx="9751323" cy="4171077"/>
            <a:chOff x="236963" y="1026017"/>
            <a:chExt cx="9751323" cy="41710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57DB62B-D055-D7F8-DB38-3B479B5BA4A4}"/>
                </a:ext>
              </a:extLst>
            </p:cNvPr>
            <p:cNvGrpSpPr/>
            <p:nvPr/>
          </p:nvGrpSpPr>
          <p:grpSpPr>
            <a:xfrm>
              <a:off x="236963" y="1026017"/>
              <a:ext cx="9751323" cy="4171077"/>
              <a:chOff x="236963" y="1026017"/>
              <a:chExt cx="9751323" cy="417107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ABE81FB-7A38-7F7E-39D7-20B2426568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4792" y="1244661"/>
                <a:ext cx="8221146" cy="3952433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C27A2B-565C-FEC4-61C8-87B104468EEE}"/>
                  </a:ext>
                </a:extLst>
              </p:cNvPr>
              <p:cNvSpPr txBox="1"/>
              <p:nvPr/>
            </p:nvSpPr>
            <p:spPr>
              <a:xfrm>
                <a:off x="2351172" y="3452517"/>
                <a:ext cx="547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</a:t>
                </a:r>
                <a:endPara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EB590F31-2497-2325-0D35-C8C053C696B3}"/>
                  </a:ext>
                </a:extLst>
              </p:cNvPr>
              <p:cNvGrpSpPr/>
              <p:nvPr/>
            </p:nvGrpSpPr>
            <p:grpSpPr>
              <a:xfrm>
                <a:off x="236963" y="1026017"/>
                <a:ext cx="9751323" cy="2097671"/>
                <a:chOff x="420341" y="1211437"/>
                <a:chExt cx="9751323" cy="2097671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148E08EC-6ACE-098E-EDDB-C3BA22FBB209}"/>
                    </a:ext>
                  </a:extLst>
                </p:cNvPr>
                <p:cNvGrpSpPr/>
                <p:nvPr/>
              </p:nvGrpSpPr>
              <p:grpSpPr>
                <a:xfrm>
                  <a:off x="420341" y="1211437"/>
                  <a:ext cx="9751323" cy="2097671"/>
                  <a:chOff x="420341" y="1211437"/>
                  <a:chExt cx="9751323" cy="2097671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F385241A-D2E9-883E-62F8-2B6F49316AC6}"/>
                      </a:ext>
                    </a:extLst>
                  </p:cNvPr>
                  <p:cNvGrpSpPr/>
                  <p:nvPr/>
                </p:nvGrpSpPr>
                <p:grpSpPr>
                  <a:xfrm>
                    <a:off x="420341" y="1211437"/>
                    <a:ext cx="8948037" cy="2097671"/>
                    <a:chOff x="420341" y="1211437"/>
                    <a:chExt cx="8948037" cy="2097671"/>
                  </a:xfrm>
                </p:grpSpPr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E1762EE7-2DE7-0408-0CDA-A4B752F43E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0341" y="2939776"/>
                      <a:ext cx="5783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</a:p>
                  </p:txBody>
                </p:sp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DD0BF8A3-CA55-1491-4FAC-2A7C807824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69734" y="1211437"/>
                      <a:ext cx="6498644" cy="2065409"/>
                      <a:chOff x="2869734" y="1211437"/>
                      <a:chExt cx="6498644" cy="2065409"/>
                    </a:xfrm>
                  </p:grpSpPr>
                  <p:grpSp>
                    <p:nvGrpSpPr>
                      <p:cNvPr id="37" name="Group 36">
                        <a:extLst>
                          <a:ext uri="{FF2B5EF4-FFF2-40B4-BE49-F238E27FC236}">
                            <a16:creationId xmlns:a16="http://schemas.microsoft.com/office/drawing/2014/main" id="{FCE89E39-8139-FB00-2547-68F5519FFBA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869734" y="1211437"/>
                        <a:ext cx="5972448" cy="2065409"/>
                        <a:chOff x="2869734" y="1211437"/>
                        <a:chExt cx="5972448" cy="2065409"/>
                      </a:xfrm>
                    </p:grpSpPr>
                    <p:grpSp>
                      <p:nvGrpSpPr>
                        <p:cNvPr id="57" name="Group 56">
                          <a:extLst>
                            <a:ext uri="{FF2B5EF4-FFF2-40B4-BE49-F238E27FC236}">
                              <a16:creationId xmlns:a16="http://schemas.microsoft.com/office/drawing/2014/main" id="{8A50BF26-6C4B-2D13-AF46-76DA6EDFD5F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869734" y="1211437"/>
                          <a:ext cx="3432309" cy="2065409"/>
                          <a:chOff x="1099527" y="812834"/>
                          <a:chExt cx="3432309" cy="2065409"/>
                        </a:xfrm>
                      </p:grpSpPr>
                      <p:grpSp>
                        <p:nvGrpSpPr>
                          <p:cNvPr id="58" name="Group 57">
                            <a:extLst>
                              <a:ext uri="{FF2B5EF4-FFF2-40B4-BE49-F238E27FC236}">
                                <a16:creationId xmlns:a16="http://schemas.microsoft.com/office/drawing/2014/main" id="{988DC01E-DE43-9650-6088-D99FA39895F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99527" y="812834"/>
                            <a:ext cx="3432309" cy="2065409"/>
                            <a:chOff x="1099527" y="812834"/>
                            <a:chExt cx="3432309" cy="2065409"/>
                          </a:xfrm>
                        </p:grpSpPr>
                        <p:grpSp>
                          <p:nvGrpSpPr>
                            <p:cNvPr id="61" name="Group 60">
                              <a:extLst>
                                <a:ext uri="{FF2B5EF4-FFF2-40B4-BE49-F238E27FC236}">
                                  <a16:creationId xmlns:a16="http://schemas.microsoft.com/office/drawing/2014/main" id="{701670CD-DF72-3815-5A38-BAD83877A20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99527" y="812834"/>
                              <a:ext cx="3432309" cy="2065409"/>
                              <a:chOff x="1099527" y="812834"/>
                              <a:chExt cx="3432309" cy="2065409"/>
                            </a:xfrm>
                          </p:grpSpPr>
                          <p:sp>
                            <p:nvSpPr>
                              <p:cNvPr id="66" name="TextBox 65">
                                <a:extLst>
                                  <a:ext uri="{FF2B5EF4-FFF2-40B4-BE49-F238E27FC236}">
                                    <a16:creationId xmlns:a16="http://schemas.microsoft.com/office/drawing/2014/main" id="{6299BA24-21E0-3276-9B03-A35E5544BBA3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99527" y="1782632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1</a:t>
                                </a:r>
                              </a:p>
                            </p:txBody>
                          </p:sp>
                          <p:sp>
                            <p:nvSpPr>
                              <p:cNvPr id="67" name="TextBox 66">
                                <a:extLst>
                                  <a:ext uri="{FF2B5EF4-FFF2-40B4-BE49-F238E27FC236}">
                                    <a16:creationId xmlns:a16="http://schemas.microsoft.com/office/drawing/2014/main" id="{C174C278-EEB1-ED88-C538-590992680E6B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4086882" y="1787644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2</a:t>
                                </a:r>
                              </a:p>
                            </p:txBody>
                          </p:sp>
                          <p:grpSp>
                            <p:nvGrpSpPr>
                              <p:cNvPr id="68" name="Group 67">
                                <a:extLst>
                                  <a:ext uri="{FF2B5EF4-FFF2-40B4-BE49-F238E27FC236}">
                                    <a16:creationId xmlns:a16="http://schemas.microsoft.com/office/drawing/2014/main" id="{29170AE0-F66B-CDFB-6ACF-6B4F30FB9BF8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151959" y="812834"/>
                                <a:ext cx="3230370" cy="2065409"/>
                                <a:chOff x="1151959" y="812834"/>
                                <a:chExt cx="3230370" cy="2065409"/>
                              </a:xfrm>
                            </p:grpSpPr>
                            <p:grpSp>
                              <p:nvGrpSpPr>
                                <p:cNvPr id="69" name="Group 68">
                                  <a:extLst>
                                    <a:ext uri="{FF2B5EF4-FFF2-40B4-BE49-F238E27FC236}">
                                      <a16:creationId xmlns:a16="http://schemas.microsoft.com/office/drawing/2014/main" id="{9CBF95FD-37EF-23A0-9C2A-CE5468089495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216243" y="812834"/>
                                  <a:ext cx="3100982" cy="2065409"/>
                                  <a:chOff x="570448" y="926499"/>
                                  <a:chExt cx="3100982" cy="2065409"/>
                                </a:xfrm>
                              </p:grpSpPr>
                              <p:grpSp>
                                <p:nvGrpSpPr>
                                  <p:cNvPr id="76" name="Group 75">
                                    <a:extLst>
                                      <a:ext uri="{FF2B5EF4-FFF2-40B4-BE49-F238E27FC236}">
                                        <a16:creationId xmlns:a16="http://schemas.microsoft.com/office/drawing/2014/main" id="{409765BD-E425-5884-6A2E-E4F7CDC35982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570448" y="1145143"/>
                                    <a:ext cx="3100982" cy="1846765"/>
                                    <a:chOff x="1961098" y="2221468"/>
                                    <a:chExt cx="3100982" cy="1846765"/>
                                  </a:xfrm>
                                </p:grpSpPr>
                                <p:grpSp>
                                  <p:nvGrpSpPr>
                                    <p:cNvPr id="79" name="Group 78">
                                      <a:extLst>
                                        <a:ext uri="{FF2B5EF4-FFF2-40B4-BE49-F238E27FC236}">
                                          <a16:creationId xmlns:a16="http://schemas.microsoft.com/office/drawing/2014/main" id="{03002C8B-44C6-7C9E-03C6-50460380ED71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2175796" y="2221468"/>
                                      <a:ext cx="1956995" cy="1580065"/>
                                      <a:chOff x="1934496" y="2589768"/>
                                      <a:chExt cx="1956995" cy="1580065"/>
                                    </a:xfrm>
                                  </p:grpSpPr>
                                  <p:grpSp>
                                    <p:nvGrpSpPr>
                                      <p:cNvPr id="84" name="Group 83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0C6DE4EA-8BDF-77CF-92B5-6BBFB9229050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3302479" y="2959100"/>
                                        <a:ext cx="586906" cy="1210733"/>
                                        <a:chOff x="3484513" y="4250267"/>
                                        <a:chExt cx="586906" cy="1210733"/>
                                      </a:xfrm>
                                    </p:grpSpPr>
                                    <p:cxnSp>
                                      <p:nvCxnSpPr>
                                        <p:cNvPr id="88" name="Straight Connector 87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B059E46B-A673-96FB-F963-238A142F889A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680884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89" name="Oval 88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3D066E3A-6BB7-F9DB-F8B3-97050AFE5B29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484513" y="4336307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  <p:cxnSp>
                                      <p:nvCxnSpPr>
                                        <p:cNvPr id="90" name="Straight Connector 89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AC52B39F-566D-3DF5-20AD-F42AACE70AAA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823758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91" name="Oval 90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7971D7B6-19CB-551E-7D47-331CB2BE11D7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968836" y="5230246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85" name="TextBox 84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E8ACACC3-4E39-1307-C076-0040F12D80A1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3332691" y="2589768"/>
                                        <a:ext cx="558800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1:n</a:t>
                                        </a:r>
                                      </a:p>
                                    </p:txBody>
                                  </p:sp>
                                  <p:sp>
                                    <p:nvSpPr>
                                      <p:cNvPr id="86" name="TextBox 85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EC207CDA-2E9D-EA68-8022-08600CFFFD75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1934496" y="3310123"/>
                                        <a:ext cx="485769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L</a:t>
                                        </a:r>
                                        <a:r>
                                          <a:rPr lang="en-US" baseline="-25000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µ1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80" name="Oval 79">
                                      <a:extLst>
                                        <a:ext uri="{FF2B5EF4-FFF2-40B4-BE49-F238E27FC236}">
                                          <a16:creationId xmlns:a16="http://schemas.microsoft.com/office/drawing/2014/main" id="{993B2CCB-9E1A-CC6C-50EC-2853E8FCC61D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2328131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81" name="Oval 80">
                                      <a:extLst>
                                        <a:ext uri="{FF2B5EF4-FFF2-40B4-BE49-F238E27FC236}">
                                          <a16:creationId xmlns:a16="http://schemas.microsoft.com/office/drawing/2014/main" id="{6546B8D9-E6A1-0AF3-CA36-71C567E0C420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3958165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82" name="Oval 81">
                                      <a:extLst>
                                        <a:ext uri="{FF2B5EF4-FFF2-40B4-BE49-F238E27FC236}">
                                          <a16:creationId xmlns:a16="http://schemas.microsoft.com/office/drawing/2014/main" id="{24860A9C-B67F-ABE4-D43C-64AA69A3C4D7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233309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 dirty="0"/>
                                    </a:p>
                                  </p:txBody>
                                </p:sp>
                                <p:sp>
                                  <p:nvSpPr>
                                    <p:cNvPr id="83" name="Oval 82">
                                      <a:extLst>
                                        <a:ext uri="{FF2B5EF4-FFF2-40B4-BE49-F238E27FC236}">
                                          <a16:creationId xmlns:a16="http://schemas.microsoft.com/office/drawing/2014/main" id="{F51FFE10-4046-E9B7-3562-4365C744C783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395234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77" name="Rectangle 76">
                                    <a:extLst>
                                      <a:ext uri="{FF2B5EF4-FFF2-40B4-BE49-F238E27FC236}">
                                        <a16:creationId xmlns:a16="http://schemas.microsoft.com/office/drawing/2014/main" id="{43878F4E-CA95-F361-2F79-E881BEA56FD3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916576" y="1180042"/>
                                    <a:ext cx="1029189" cy="181186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solidFill>
                                      <a:schemeClr val="tx1"/>
                                    </a:solidFill>
                                    <a:prstDash val="sysDot"/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8" name="TextBox 77">
                                    <a:extLst>
                                      <a:ext uri="{FF2B5EF4-FFF2-40B4-BE49-F238E27FC236}">
                                        <a16:creationId xmlns:a16="http://schemas.microsoft.com/office/drawing/2014/main" id="{EA885E0A-9C82-0EB2-D1E5-E5FB3EA518EE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2130843" y="926499"/>
                                    <a:ext cx="588430" cy="27699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200" dirty="0">
                                        <a:latin typeface="Calibri" panose="020F0502020204030204" pitchFamily="34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a:t>(Ideal)</a:t>
                                    </a:r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70" name="Group 69">
                                  <a:extLst>
                                    <a:ext uri="{FF2B5EF4-FFF2-40B4-BE49-F238E27FC236}">
                                      <a16:creationId xmlns:a16="http://schemas.microsoft.com/office/drawing/2014/main" id="{63FF925B-7AC6-02D1-CABC-A5A9745B5847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151959" y="1290056"/>
                                  <a:ext cx="243840" cy="1472298"/>
                                  <a:chOff x="1151959" y="1290056"/>
                                  <a:chExt cx="243840" cy="1472298"/>
                                </a:xfrm>
                              </p:grpSpPr>
                              <p:sp>
                                <p:nvSpPr>
                                  <p:cNvPr id="74" name="Plus Sign 73">
                                    <a:extLst>
                                      <a:ext uri="{FF2B5EF4-FFF2-40B4-BE49-F238E27FC236}">
                                        <a16:creationId xmlns:a16="http://schemas.microsoft.com/office/drawing/2014/main" id="{52ED433A-7503-46C8-C546-129A02B548D0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1290056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5" name="Minus Sign 74">
                                    <a:extLst>
                                      <a:ext uri="{FF2B5EF4-FFF2-40B4-BE49-F238E27FC236}">
                                        <a16:creationId xmlns:a16="http://schemas.microsoft.com/office/drawing/2014/main" id="{BE3F521B-49A1-463A-B4C8-18C7C50FF7C5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2518514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71" name="Group 70">
                                  <a:extLst>
                                    <a:ext uri="{FF2B5EF4-FFF2-40B4-BE49-F238E27FC236}">
                                      <a16:creationId xmlns:a16="http://schemas.microsoft.com/office/drawing/2014/main" id="{BA900FE1-FE4F-388E-2253-49C169202D25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 rot="10800000">
                                  <a:off x="4138489" y="1225112"/>
                                  <a:ext cx="243840" cy="1450809"/>
                                  <a:chOff x="1078242" y="1305784"/>
                                  <a:chExt cx="243840" cy="1450809"/>
                                </a:xfrm>
                              </p:grpSpPr>
                              <p:sp>
                                <p:nvSpPr>
                                  <p:cNvPr id="72" name="Plus Sign 71">
                                    <a:extLst>
                                      <a:ext uri="{FF2B5EF4-FFF2-40B4-BE49-F238E27FC236}">
                                        <a16:creationId xmlns:a16="http://schemas.microsoft.com/office/drawing/2014/main" id="{D64FAE16-2838-942B-7C98-51AAA967B078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1305784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3" name="Minus Sign 72">
                                    <a:extLst>
                                      <a:ext uri="{FF2B5EF4-FFF2-40B4-BE49-F238E27FC236}">
                                        <a16:creationId xmlns:a16="http://schemas.microsoft.com/office/drawing/2014/main" id="{8C478029-6F79-442E-C675-4E1526F1B99C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2512753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</p:grpSp>
                        </p:grpSp>
                        <p:cxnSp>
                          <p:nvCxnSpPr>
                            <p:cNvPr id="62" name="Straight Arrow Connector 61">
                              <a:extLst>
                                <a:ext uri="{FF2B5EF4-FFF2-40B4-BE49-F238E27FC236}">
                                  <a16:creationId xmlns:a16="http://schemas.microsoft.com/office/drawing/2014/main" id="{89E79D5B-C0D4-62D5-3D08-2EE3BADDE2C1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1810985" y="1263508"/>
                              <a:ext cx="0" cy="401606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63" name="TextBox 62">
                              <a:extLst>
                                <a:ext uri="{FF2B5EF4-FFF2-40B4-BE49-F238E27FC236}">
                                  <a16:creationId xmlns:a16="http://schemas.microsoft.com/office/drawing/2014/main" id="{7DF1B269-75E4-9249-B974-77AC141E5A0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430940" y="1229192"/>
                              <a:ext cx="485769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µ1</a:t>
                              </a:r>
                            </a:p>
                          </p:txBody>
                        </p:sp>
                        <p:cxnSp>
                          <p:nvCxnSpPr>
                            <p:cNvPr id="64" name="Straight Arrow Connector 63">
                              <a:extLst>
                                <a:ext uri="{FF2B5EF4-FFF2-40B4-BE49-F238E27FC236}">
                                  <a16:creationId xmlns:a16="http://schemas.microsoft.com/office/drawing/2014/main" id="{02F139C3-119D-F312-F5D4-4FD72C34464B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2092960" y="1263508"/>
                              <a:ext cx="391160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65" name="TextBox 64">
                              <a:extLst>
                                <a:ext uri="{FF2B5EF4-FFF2-40B4-BE49-F238E27FC236}">
                                  <a16:creationId xmlns:a16="http://schemas.microsoft.com/office/drawing/2014/main" id="{262194D3-7E3E-FAD0-9C1B-B4B3C8A1DDC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121036" y="1209626"/>
                              <a:ext cx="333023" cy="3823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1</a:t>
                              </a:r>
                            </a:p>
                          </p:txBody>
                        </p:sp>
                      </p:grpSp>
                      <p:cxnSp>
                        <p:nvCxnSpPr>
                          <p:cNvPr id="59" name="Straight Arrow Connector 58">
                            <a:extLst>
                              <a:ext uri="{FF2B5EF4-FFF2-40B4-BE49-F238E27FC236}">
                                <a16:creationId xmlns:a16="http://schemas.microsoft.com/office/drawing/2014/main" id="{3D67E30B-1690-E455-D577-2A294EA4D286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3659119" y="2698328"/>
                            <a:ext cx="374401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60" name="TextBox 59">
                            <a:extLst>
                              <a:ext uri="{FF2B5EF4-FFF2-40B4-BE49-F238E27FC236}">
                                <a16:creationId xmlns:a16="http://schemas.microsoft.com/office/drawing/2014/main" id="{BFA05EFF-E1AC-1E5A-F299-6D0337397F7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700497" y="2343472"/>
                            <a:ext cx="333023" cy="3823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i</a:t>
                            </a:r>
                            <a:r>
                              <a:rPr lang="en-US" baseline="-25000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2</a:t>
                            </a:r>
                          </a:p>
                        </p:txBody>
                      </p:sp>
                    </p:grpSp>
                    <p:sp>
                      <p:nvSpPr>
                        <p:cNvPr id="14" name="Oval 13">
                          <a:extLst>
                            <a:ext uri="{FF2B5EF4-FFF2-40B4-BE49-F238E27FC236}">
                              <a16:creationId xmlns:a16="http://schemas.microsoft.com/office/drawing/2014/main" id="{DCEA890F-42FD-2F19-D754-5307142801B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1536744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27" name="Oval 26">
                          <a:extLst>
                            <a:ext uri="{FF2B5EF4-FFF2-40B4-BE49-F238E27FC236}">
                              <a16:creationId xmlns:a16="http://schemas.microsoft.com/office/drawing/2014/main" id="{14580D0F-D41B-E414-4454-44B173BFF2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3160957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9" name="TextBox 8">
                        <a:extLst>
                          <a:ext uri="{FF2B5EF4-FFF2-40B4-BE49-F238E27FC236}">
                            <a16:creationId xmlns:a16="http://schemas.microsoft.com/office/drawing/2014/main" id="{4C167D32-DA86-B227-4A0F-D9BC94A0534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5080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C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3" name="TextBox 12">
                        <a:extLst>
                          <a:ext uri="{FF2B5EF4-FFF2-40B4-BE49-F238E27FC236}">
                            <a16:creationId xmlns:a16="http://schemas.microsoft.com/office/drawing/2014/main" id="{32E45F5E-D0E6-8E00-534B-0A59FB16D43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23424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R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</p:grp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1614C51D-A2A7-2710-50C7-06367B99419F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1595807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778A4634-3C6C-CC5F-8812-E6252DE100EC}"/>
                      </a:ext>
                    </a:extLst>
                  </p:cNvPr>
                  <p:cNvSpPr txBox="1"/>
                  <p:nvPr/>
                </p:nvSpPr>
                <p:spPr>
                  <a:xfrm>
                    <a:off x="9553942" y="2192923"/>
                    <a:ext cx="61772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V</a:t>
                    </a:r>
                    <a:r>
                      <a:rPr lang="en-US" baseline="-25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OUT</a:t>
                    </a:r>
                  </a:p>
                </p:txBody>
              </p:sp>
              <p:sp>
                <p:nvSpPr>
                  <p:cNvPr id="44" name="Plus Sign 43">
                    <a:extLst>
                      <a:ext uri="{FF2B5EF4-FFF2-40B4-BE49-F238E27FC236}">
                        <a16:creationId xmlns:a16="http://schemas.microsoft.com/office/drawing/2014/main" id="{EE7DAAB0-D4EA-E24C-09D6-A6E13B565C33}"/>
                      </a:ext>
                    </a:extLst>
                  </p:cNvPr>
                  <p:cNvSpPr/>
                  <p:nvPr/>
                </p:nvSpPr>
                <p:spPr>
                  <a:xfrm>
                    <a:off x="9726251" y="1693568"/>
                    <a:ext cx="243840" cy="243840"/>
                  </a:xfrm>
                  <a:prstGeom prst="mathPl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" name="Minus Sign 91">
                    <a:extLst>
                      <a:ext uri="{FF2B5EF4-FFF2-40B4-BE49-F238E27FC236}">
                        <a16:creationId xmlns:a16="http://schemas.microsoft.com/office/drawing/2014/main" id="{B5E88451-8A17-FB6F-7A08-36B384AAB561}"/>
                      </a:ext>
                    </a:extLst>
                  </p:cNvPr>
                  <p:cNvSpPr/>
                  <p:nvPr/>
                </p:nvSpPr>
                <p:spPr>
                  <a:xfrm>
                    <a:off x="9714553" y="2895644"/>
                    <a:ext cx="243840" cy="243840"/>
                  </a:xfrm>
                  <a:prstGeom prst="mathMin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243E3BDB-47C6-5227-8E78-0ED3C3B0FB6B}"/>
                    </a:ext>
                  </a:extLst>
                </p:cNvPr>
                <p:cNvSpPr/>
                <p:nvPr/>
              </p:nvSpPr>
              <p:spPr>
                <a:xfrm>
                  <a:off x="9793048" y="1540773"/>
                  <a:ext cx="110068" cy="1100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53098BB8-587A-A96F-F335-9BB250C3A966}"/>
                    </a:ext>
                  </a:extLst>
                </p:cNvPr>
                <p:cNvGrpSpPr/>
                <p:nvPr/>
              </p:nvGrpSpPr>
              <p:grpSpPr>
                <a:xfrm>
                  <a:off x="8842182" y="3164986"/>
                  <a:ext cx="1060934" cy="110068"/>
                  <a:chOff x="8842182" y="3164986"/>
                  <a:chExt cx="1060934" cy="110068"/>
                </a:xfrm>
              </p:grpSpPr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9A94CDD8-D4E4-EAC6-AA5B-63E399D6D225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3215991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3A12E310-8266-693D-3A0C-6C3529752A41}"/>
                      </a:ext>
                    </a:extLst>
                  </p:cNvPr>
                  <p:cNvSpPr/>
                  <p:nvPr/>
                </p:nvSpPr>
                <p:spPr>
                  <a:xfrm>
                    <a:off x="9793048" y="3164986"/>
                    <a:ext cx="110068" cy="110068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4EB413E-357A-595C-C99E-1910925189BC}"/>
                  </a:ext>
                </a:extLst>
              </p:cNvPr>
              <p:cNvSpPr/>
              <p:nvPr/>
            </p:nvSpPr>
            <p:spPr>
              <a:xfrm>
                <a:off x="2798765" y="4405490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2F2F66D-505F-7905-C4B2-152AA29F1901}"/>
                  </a:ext>
                </a:extLst>
              </p:cNvPr>
              <p:cNvSpPr/>
              <p:nvPr/>
            </p:nvSpPr>
            <p:spPr>
              <a:xfrm>
                <a:off x="2798765" y="3772396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0D2BDAE-AA42-D51A-5E9F-306F6400F449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H="1" flipV="1">
                <a:off x="2447925" y="3911600"/>
                <a:ext cx="405874" cy="49389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2B5D54C-1A00-A592-782A-AEF1576EF878}"/>
                </a:ext>
              </a:extLst>
            </p:cNvPr>
            <p:cNvSpPr txBox="1"/>
            <p:nvPr/>
          </p:nvSpPr>
          <p:spPr>
            <a:xfrm>
              <a:off x="7842397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0AB1AB2F-0594-B479-37FD-46F1902AE179}"/>
                </a:ext>
              </a:extLst>
            </p:cNvPr>
            <p:cNvCxnSpPr>
              <a:cxnSpLocks/>
            </p:cNvCxnSpPr>
            <p:nvPr/>
          </p:nvCxnSpPr>
          <p:spPr>
            <a:xfrm>
              <a:off x="7841702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F6D3651-3977-4AC7-9C52-82AE66163E1E}"/>
                </a:ext>
              </a:extLst>
            </p:cNvPr>
            <p:cNvSpPr txBox="1"/>
            <p:nvPr/>
          </p:nvSpPr>
          <p:spPr>
            <a:xfrm>
              <a:off x="8808732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B328339-069E-40DC-F68D-598852A0343C}"/>
                </a:ext>
              </a:extLst>
            </p:cNvPr>
            <p:cNvCxnSpPr>
              <a:cxnSpLocks/>
            </p:cNvCxnSpPr>
            <p:nvPr/>
          </p:nvCxnSpPr>
          <p:spPr>
            <a:xfrm>
              <a:off x="8740046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itle 94">
            <a:extLst>
              <a:ext uri="{FF2B5EF4-FFF2-40B4-BE49-F238E27FC236}">
                <a16:creationId xmlns:a16="http://schemas.microsoft.com/office/drawing/2014/main" id="{8B717367-FBEC-0025-8A84-38E0E2E17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Flyback Converter at Periodic Steady-State: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Conduction Mode (CCM)</a:t>
            </a:r>
          </a:p>
        </p:txBody>
      </p:sp>
      <p:sp>
        <p:nvSpPr>
          <p:cNvPr id="20" name="Arrow: Curved Up 19">
            <a:extLst>
              <a:ext uri="{FF2B5EF4-FFF2-40B4-BE49-F238E27FC236}">
                <a16:creationId xmlns:a16="http://schemas.microsoft.com/office/drawing/2014/main" id="{7F04B5B4-A383-B495-7C05-16B81A1117FB}"/>
              </a:ext>
            </a:extLst>
          </p:cNvPr>
          <p:cNvSpPr/>
          <p:nvPr/>
        </p:nvSpPr>
        <p:spPr>
          <a:xfrm rot="16200000" flipV="1">
            <a:off x="2716215" y="4028091"/>
            <a:ext cx="275167" cy="208661"/>
          </a:xfrm>
          <a:prstGeom prst="curvedUpArrow">
            <a:avLst>
              <a:gd name="adj1" fmla="val 25000"/>
              <a:gd name="adj2" fmla="val 63884"/>
              <a:gd name="adj3" fmla="val 326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D48EB0-D64F-78E6-00B0-105A7EC73A15}"/>
              </a:ext>
            </a:extLst>
          </p:cNvPr>
          <p:cNvSpPr txBox="1"/>
          <p:nvPr/>
        </p:nvSpPr>
        <p:spPr>
          <a:xfrm>
            <a:off x="926249" y="5132506"/>
            <a:ext cx="294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Switching Frequency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Time = 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DT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11EFA1-57C8-A040-7FA1-DD7306D3248D}"/>
              </a:ext>
            </a:extLst>
          </p:cNvPr>
          <p:cNvSpPr txBox="1"/>
          <p:nvPr/>
        </p:nvSpPr>
        <p:spPr>
          <a:xfrm>
            <a:off x="7358702" y="3266133"/>
            <a:ext cx="48194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Periodic steady-state condition reached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C, so that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~ constant over switching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is small enough, and hence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high enough, so that magnetizing current DOES NOT decay to zero during switching cycle (called continuous conduction mode i.e. CCM)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E4D2BA-6516-6CEC-AAA3-7BE80AA4CC56}"/>
              </a:ext>
            </a:extLst>
          </p:cNvPr>
          <p:cNvCxnSpPr>
            <a:cxnSpLocks/>
          </p:cNvCxnSpPr>
          <p:nvPr/>
        </p:nvCxnSpPr>
        <p:spPr>
          <a:xfrm flipH="1" flipV="1">
            <a:off x="3822511" y="2347380"/>
            <a:ext cx="354289" cy="962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2AC0E49-8A2D-F089-C18D-EC3CE1A4E1C5}"/>
              </a:ext>
            </a:extLst>
          </p:cNvPr>
          <p:cNvSpPr txBox="1"/>
          <p:nvPr/>
        </p:nvSpPr>
        <p:spPr>
          <a:xfrm>
            <a:off x="3574166" y="3270116"/>
            <a:ext cx="34263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magnetic energy in magnetizing inductance when switch is closed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energy to load when switch is open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galvanic isolation and use turns ratio for flexibility in achieving high voltage conversion ratios</a:t>
            </a:r>
          </a:p>
        </p:txBody>
      </p:sp>
    </p:spTree>
    <p:extLst>
      <p:ext uri="{BB962C8B-B14F-4D97-AF65-F5344CB8AC3E}">
        <p14:creationId xmlns:p14="http://schemas.microsoft.com/office/powerpoint/2010/main" val="2650799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98EAD-F1AE-5946-9293-D3B438AB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854FF560-99D0-67D3-A110-F5C6749C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58" y="226353"/>
            <a:ext cx="11347422" cy="63076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Flyback Converter at Periodic Steady-State: Continuous Conduction Mode (CCM)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33E97F-B9F2-57E5-0B05-5959D2898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9" y="848261"/>
            <a:ext cx="3379460" cy="1480323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8921F3FC-C51A-8066-BFE9-A9465660E4C6}"/>
              </a:ext>
            </a:extLst>
          </p:cNvPr>
          <p:cNvGrpSpPr/>
          <p:nvPr/>
        </p:nvGrpSpPr>
        <p:grpSpPr>
          <a:xfrm>
            <a:off x="9383449" y="2351900"/>
            <a:ext cx="2338157" cy="2005436"/>
            <a:chOff x="3160923" y="3052234"/>
            <a:chExt cx="2338157" cy="2005436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E80C37F-AF78-56A4-05C5-A56664560D84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8D70A52F-6BD6-DFD9-72E6-FD601485A30B}"/>
                </a:ext>
              </a:extLst>
            </p:cNvPr>
            <p:cNvCxnSpPr>
              <a:cxnSpLocks/>
            </p:cNvCxnSpPr>
            <p:nvPr/>
          </p:nvCxnSpPr>
          <p:spPr>
            <a:xfrm>
              <a:off x="3160923" y="4220633"/>
              <a:ext cx="104096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E091BC3-8964-7928-CF98-41613E7D1A3C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DB83A1E-BF91-B7B3-E7D5-C51C778896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6E2082F7-D6B2-E32D-7841-C6DDBEFAC6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CC465FFC-02D9-EAA6-2B6A-F8A56ECD91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24865" y="3087787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9F182647-E25F-4F79-FCF8-B500FA0BD3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5ED4D7A6-7577-036B-20C6-0C08318D42C8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32345FDA-2779-BA29-F451-5014A88D8C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333" r="-33333" b="-444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293C69F4-2387-6A2C-DEDA-88CB803E10E7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293C69F4-2387-6A2C-DEDA-88CB803E10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7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0000" r="-7500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B659F4DD-9FA6-3165-86ED-56CE49BB226C}"/>
                      </a:ext>
                    </a:extLst>
                  </p:cNvPr>
                  <p:cNvSpPr txBox="1"/>
                  <p:nvPr/>
                </p:nvSpPr>
                <p:spPr>
                  <a:xfrm>
                    <a:off x="3563165" y="4082133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B659F4DD-9FA6-3165-86ED-56CE49BB22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3165" y="4082133"/>
                    <a:ext cx="23647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0513" r="-769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198F6CC-407F-85F5-E4CA-1B80013C8F5C}"/>
              </a:ext>
            </a:extLst>
          </p:cNvPr>
          <p:cNvGrpSpPr/>
          <p:nvPr/>
        </p:nvGrpSpPr>
        <p:grpSpPr>
          <a:xfrm>
            <a:off x="48981" y="2356080"/>
            <a:ext cx="2637120" cy="2010492"/>
            <a:chOff x="8997876" y="4534521"/>
            <a:chExt cx="2637120" cy="201049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81E0C56-A3FA-C6AA-AB6D-F911B83E4593}"/>
                </a:ext>
              </a:extLst>
            </p:cNvPr>
            <p:cNvGrpSpPr/>
            <p:nvPr/>
          </p:nvGrpSpPr>
          <p:grpSpPr>
            <a:xfrm>
              <a:off x="9296839" y="4539577"/>
              <a:ext cx="2338157" cy="2005436"/>
              <a:chOff x="3160923" y="3052234"/>
              <a:chExt cx="2338157" cy="2005436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2EC6ED64-4A9F-10DB-0210-A7BC9E4023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6334" y="4220633"/>
                <a:ext cx="8019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21709D03-2A44-98CD-00F6-1F0685C882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0762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3FA46026-441C-D688-1493-A2FB2930284B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0F63589D-4AE7-ED20-2ABE-A4BE2D7C39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014F48C3-2947-FAE2-F477-2E8C3D9B2E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EAFA5871-B85B-FDFE-8A33-41CDA6552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6050672-853F-5C50-25E0-74342866E7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9D0C91AE-1F6A-F79E-E64F-E4BC7504C1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E6186558-01C4-1A09-CAAB-756B1D1161A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E6186558-01C4-1A09-CAAB-756B1D1161A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00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C644C929-AA76-C34F-59AE-30ADFD3068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C644C929-AA76-C34F-59AE-30ADFD30688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20513" r="-7692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8CD8948-377E-BE91-F958-01BFAC800BB6}"/>
                    </a:ext>
                  </a:extLst>
                </p:cNvPr>
                <p:cNvSpPr txBox="1"/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8CD8948-377E-BE91-F958-01BFAC800B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blipFill>
                  <a:blip r:embed="rId13"/>
                  <a:stretch>
                    <a:fillRect l="-30556" r="-22222" b="-146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341E22F-6A0A-AC98-1B50-AF3BF3667581}"/>
                </a:ext>
              </a:extLst>
            </p:cNvPr>
            <p:cNvCxnSpPr>
              <a:cxnSpLocks/>
            </p:cNvCxnSpPr>
            <p:nvPr/>
          </p:nvCxnSpPr>
          <p:spPr>
            <a:xfrm>
              <a:off x="9296839" y="5331149"/>
              <a:ext cx="1085411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D1CC3F4-CB6B-50F9-60F2-3ACD2E7441E9}"/>
                </a:ext>
              </a:extLst>
            </p:cNvPr>
            <p:cNvCxnSpPr>
              <a:cxnSpLocks/>
            </p:cNvCxnSpPr>
            <p:nvPr/>
          </p:nvCxnSpPr>
          <p:spPr>
            <a:xfrm>
              <a:off x="10355266" y="5318354"/>
              <a:ext cx="0" cy="6586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A79FD89-9765-B0C5-E52D-D13D3B3F4D41}"/>
                </a:ext>
              </a:extLst>
            </p:cNvPr>
            <p:cNvCxnSpPr>
              <a:cxnSpLocks/>
            </p:cNvCxnSpPr>
            <p:nvPr/>
          </p:nvCxnSpPr>
          <p:spPr>
            <a:xfrm>
              <a:off x="10337800" y="5976995"/>
              <a:ext cx="88474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D219246-F7B4-6075-18D8-DFF4516AE3D3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572" y="5331149"/>
              <a:ext cx="0" cy="6586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FA0CE3E-7A6E-33B1-E36C-1F76B7431293}"/>
                </a:ext>
              </a:extLst>
            </p:cNvPr>
            <p:cNvCxnSpPr>
              <a:cxnSpLocks/>
            </p:cNvCxnSpPr>
            <p:nvPr/>
          </p:nvCxnSpPr>
          <p:spPr>
            <a:xfrm>
              <a:off x="11184166" y="5340383"/>
              <a:ext cx="340497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E2699435-1C8B-8BB7-D106-8D0DFE94974B}"/>
                    </a:ext>
                  </a:extLst>
                </p:cNvPr>
                <p:cNvSpPr txBox="1"/>
                <p:nvPr/>
              </p:nvSpPr>
              <p:spPr>
                <a:xfrm>
                  <a:off x="9598892" y="5050403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E2699435-1C8B-8BB7-D106-8D0DFE9497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8892" y="5050403"/>
                  <a:ext cx="436853" cy="184666"/>
                </a:xfrm>
                <a:prstGeom prst="rect">
                  <a:avLst/>
                </a:prstGeom>
                <a:blipFill>
                  <a:blip r:embed="rId14"/>
                  <a:stretch>
                    <a:fillRect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7B8E19B0-9700-553E-DA4F-26F87C99B6A5}"/>
                    </a:ext>
                  </a:extLst>
                </p:cNvPr>
                <p:cNvSpPr txBox="1"/>
                <p:nvPr/>
              </p:nvSpPr>
              <p:spPr>
                <a:xfrm>
                  <a:off x="10282569" y="6124068"/>
                  <a:ext cx="939979" cy="3516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7B8E19B0-9700-553E-DA4F-26F87C99B6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2569" y="6124068"/>
                  <a:ext cx="939979" cy="351699"/>
                </a:xfrm>
                <a:prstGeom prst="rect">
                  <a:avLst/>
                </a:prstGeom>
                <a:blipFill>
                  <a:blip r:embed="rId15"/>
                  <a:stretch>
                    <a:fillRect l="-1948" t="-5172" r="-6494" b="-103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DA6ACAD-B1FB-1009-A959-B35D4BC7283F}"/>
              </a:ext>
            </a:extLst>
          </p:cNvPr>
          <p:cNvGrpSpPr/>
          <p:nvPr/>
        </p:nvGrpSpPr>
        <p:grpSpPr>
          <a:xfrm>
            <a:off x="47278" y="4588092"/>
            <a:ext cx="2637120" cy="2010492"/>
            <a:chOff x="8997876" y="4534521"/>
            <a:chExt cx="2637120" cy="2010492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AD89C41B-7802-F24B-3CFE-5ED311F6A749}"/>
                </a:ext>
              </a:extLst>
            </p:cNvPr>
            <p:cNvGrpSpPr/>
            <p:nvPr/>
          </p:nvGrpSpPr>
          <p:grpSpPr>
            <a:xfrm>
              <a:off x="9296839" y="4539577"/>
              <a:ext cx="2338157" cy="2005436"/>
              <a:chOff x="3160923" y="3052234"/>
              <a:chExt cx="2338157" cy="2005436"/>
            </a:xfrm>
          </p:grpSpPr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7CDCF61A-4578-2FC3-5630-817EE12C8E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6334" y="4220633"/>
                <a:ext cx="8019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4AA240AB-DAFE-8585-0C69-A6134E3800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0762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D9AA290C-FAE9-387E-6893-A3EAC7034992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146" name="Straight Arrow Connector 145">
                  <a:extLst>
                    <a:ext uri="{FF2B5EF4-FFF2-40B4-BE49-F238E27FC236}">
                      <a16:creationId xmlns:a16="http://schemas.microsoft.com/office/drawing/2014/main" id="{97758497-1ADF-F2E8-0C7A-103B9F7AA7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Arrow Connector 146">
                  <a:extLst>
                    <a:ext uri="{FF2B5EF4-FFF2-40B4-BE49-F238E27FC236}">
                      <a16:creationId xmlns:a16="http://schemas.microsoft.com/office/drawing/2014/main" id="{33BB9DA9-65B3-4589-1E85-59A3604D9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A74C2302-8194-2DBA-260E-D93254B87C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02E0B0F5-BBF8-59D6-17C6-15A2F12941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TextBox 149">
                      <a:extLst>
                        <a:ext uri="{FF2B5EF4-FFF2-40B4-BE49-F238E27FC236}">
                          <a16:creationId xmlns:a16="http://schemas.microsoft.com/office/drawing/2014/main" id="{19F8C599-479A-7FEF-42F6-70A0EEA648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1" name="TextBox 150">
                      <a:extLst>
                        <a:ext uri="{FF2B5EF4-FFF2-40B4-BE49-F238E27FC236}">
                          <a16:creationId xmlns:a16="http://schemas.microsoft.com/office/drawing/2014/main" id="{0639E409-E87F-CF1A-EB46-B7D0CC9B4A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1" name="TextBox 150">
                      <a:extLst>
                        <a:ext uri="{FF2B5EF4-FFF2-40B4-BE49-F238E27FC236}">
                          <a16:creationId xmlns:a16="http://schemas.microsoft.com/office/drawing/2014/main" id="{0639E409-E87F-CF1A-EB46-B7D0CC9B4A1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23077" r="-1025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2" name="TextBox 151">
                      <a:extLst>
                        <a:ext uri="{FF2B5EF4-FFF2-40B4-BE49-F238E27FC236}">
                          <a16:creationId xmlns:a16="http://schemas.microsoft.com/office/drawing/2014/main" id="{A9870D58-4534-0EBC-C116-E4E4326226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2" name="TextBox 151">
                      <a:extLst>
                        <a:ext uri="{FF2B5EF4-FFF2-40B4-BE49-F238E27FC236}">
                          <a16:creationId xmlns:a16="http://schemas.microsoft.com/office/drawing/2014/main" id="{A9870D58-4534-0EBC-C116-E4E4326226C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3077" r="-7692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93F0C7B-339B-7CCD-BFBD-202F6DF87F32}"/>
                    </a:ext>
                  </a:extLst>
                </p:cNvPr>
                <p:cNvSpPr txBox="1"/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93F0C7B-339B-7CCD-BFBD-202F6DF87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blipFill>
                  <a:blip r:embed="rId18"/>
                  <a:stretch>
                    <a:fillRect l="-33333" r="-19444" b="-15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104787-F210-5161-59E6-567BAFC76BE1}"/>
                </a:ext>
              </a:extLst>
            </p:cNvPr>
            <p:cNvCxnSpPr>
              <a:cxnSpLocks/>
            </p:cNvCxnSpPr>
            <p:nvPr/>
          </p:nvCxnSpPr>
          <p:spPr>
            <a:xfrm>
              <a:off x="9289081" y="4985709"/>
              <a:ext cx="1085411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23D7501-CD74-B1FD-364F-3BBB00904D98}"/>
                </a:ext>
              </a:extLst>
            </p:cNvPr>
            <p:cNvCxnSpPr>
              <a:cxnSpLocks/>
            </p:cNvCxnSpPr>
            <p:nvPr/>
          </p:nvCxnSpPr>
          <p:spPr>
            <a:xfrm>
              <a:off x="10355266" y="4985709"/>
              <a:ext cx="0" cy="131361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09AF61C-1038-851B-ECCF-D4E47E8CA176}"/>
                </a:ext>
              </a:extLst>
            </p:cNvPr>
            <p:cNvCxnSpPr>
              <a:cxnSpLocks/>
            </p:cNvCxnSpPr>
            <p:nvPr/>
          </p:nvCxnSpPr>
          <p:spPr>
            <a:xfrm>
              <a:off x="10347169" y="6258403"/>
              <a:ext cx="88474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B2878FB-9493-96E4-2B47-58A77D00321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572" y="5004759"/>
              <a:ext cx="0" cy="126324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AA6E772-28B7-735F-BA1B-4D1F0B2EAF38}"/>
                </a:ext>
              </a:extLst>
            </p:cNvPr>
            <p:cNvCxnSpPr>
              <a:cxnSpLocks/>
            </p:cNvCxnSpPr>
            <p:nvPr/>
          </p:nvCxnSpPr>
          <p:spPr>
            <a:xfrm>
              <a:off x="11185377" y="5004759"/>
              <a:ext cx="340497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391AF177-3A11-0E39-9007-89911E039683}"/>
                    </a:ext>
                  </a:extLst>
                </p:cNvPr>
                <p:cNvSpPr txBox="1"/>
                <p:nvPr/>
              </p:nvSpPr>
              <p:spPr>
                <a:xfrm>
                  <a:off x="9598892" y="5050403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𝑛𝑉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391AF177-3A11-0E39-9007-89911E039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8892" y="5050403"/>
                  <a:ext cx="436853" cy="184666"/>
                </a:xfrm>
                <a:prstGeom prst="rect">
                  <a:avLst/>
                </a:prstGeom>
                <a:blipFill>
                  <a:blip r:embed="rId19"/>
                  <a:stretch>
                    <a:fillRect b="-967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CFCA57C4-51BA-7BE3-54FE-4BF9FF608810}"/>
                    </a:ext>
                  </a:extLst>
                </p:cNvPr>
                <p:cNvSpPr txBox="1"/>
                <p:nvPr/>
              </p:nvSpPr>
              <p:spPr>
                <a:xfrm>
                  <a:off x="10268593" y="6342351"/>
                  <a:ext cx="939979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𝑂𝑈𝑇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CFCA57C4-51BA-7BE3-54FE-4BF9FF6088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8593" y="6342351"/>
                  <a:ext cx="939979" cy="184666"/>
                </a:xfrm>
                <a:prstGeom prst="rect">
                  <a:avLst/>
                </a:prstGeom>
                <a:blipFill>
                  <a:blip r:embed="rId20"/>
                  <a:stretch>
                    <a:fillRect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E3D37D45-03B9-125D-D351-10EE8F308599}"/>
              </a:ext>
            </a:extLst>
          </p:cNvPr>
          <p:cNvGrpSpPr/>
          <p:nvPr/>
        </p:nvGrpSpPr>
        <p:grpSpPr>
          <a:xfrm>
            <a:off x="2910336" y="1985605"/>
            <a:ext cx="2806417" cy="2387262"/>
            <a:chOff x="8948895" y="4228510"/>
            <a:chExt cx="2806417" cy="2387262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19AF3A00-BD86-6470-0579-282B359155C1}"/>
                </a:ext>
              </a:extLst>
            </p:cNvPr>
            <p:cNvGrpSpPr/>
            <p:nvPr/>
          </p:nvGrpSpPr>
          <p:grpSpPr>
            <a:xfrm>
              <a:off x="9301919" y="4626211"/>
              <a:ext cx="2338157" cy="1989561"/>
              <a:chOff x="3160923" y="3052234"/>
              <a:chExt cx="2338157" cy="1989561"/>
            </a:xfrm>
          </p:grpSpPr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33BA7027-9658-9E0A-5AF5-B5A60A1CF0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F1D8659C-5966-B793-CDF8-406176A8F3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4096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344702D9-63E7-98F9-C1E0-5D184C9B00CC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1989561"/>
                <a:chOff x="3160923" y="3052234"/>
                <a:chExt cx="2338157" cy="1989561"/>
              </a:xfrm>
            </p:grpSpPr>
            <p:cxnSp>
              <p:nvCxnSpPr>
                <p:cNvPr id="175" name="Straight Arrow Connector 174">
                  <a:extLst>
                    <a:ext uri="{FF2B5EF4-FFF2-40B4-BE49-F238E27FC236}">
                      <a16:creationId xmlns:a16="http://schemas.microsoft.com/office/drawing/2014/main" id="{5F29D4C1-D136-3B27-773E-0B8ECE541B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>
                  <a:extLst>
                    <a:ext uri="{FF2B5EF4-FFF2-40B4-BE49-F238E27FC236}">
                      <a16:creationId xmlns:a16="http://schemas.microsoft.com/office/drawing/2014/main" id="{9CD9A67D-6558-FFCA-549C-B69D0D0C92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3D1A53DF-8E46-4F1B-141C-94F9143A19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45464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38E35EE9-5721-16FE-999C-96066CE4B1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558940"/>
                  <a:ext cx="0" cy="975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1" name="TextBox 180">
                      <a:extLst>
                        <a:ext uri="{FF2B5EF4-FFF2-40B4-BE49-F238E27FC236}">
                          <a16:creationId xmlns:a16="http://schemas.microsoft.com/office/drawing/2014/main" id="{DDDB884F-8496-4FC4-3FE9-9566FCA01D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BD9CF4B6-5585-C547-3C5C-F12046DEEE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BD9CF4B6-5585-C547-3C5C-F12046DEEE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l="-200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A8384A5C-FC1F-8F55-6B0F-B26CE85EEDE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A8384A5C-FC1F-8F55-6B0F-B26CE85EEDE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l="-20513" r="-7692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3BAC175-6B54-E6D0-3915-1B480F5132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6839" y="4673470"/>
              <a:ext cx="1071879" cy="68275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5E5488C-7EA5-C4A8-87B6-6359252551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6889" y="4673470"/>
              <a:ext cx="873561" cy="68275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39164022-32B3-1872-05A8-33BAFBAB666D}"/>
                    </a:ext>
                  </a:extLst>
                </p:cNvPr>
                <p:cNvSpPr txBox="1"/>
                <p:nvPr/>
              </p:nvSpPr>
              <p:spPr>
                <a:xfrm flipH="1">
                  <a:off x="9404880" y="4665642"/>
                  <a:ext cx="295111" cy="403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39164022-32B3-1872-05A8-33BAFBAB66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404880" y="4665642"/>
                  <a:ext cx="295111" cy="403638"/>
                </a:xfrm>
                <a:prstGeom prst="rect">
                  <a:avLst/>
                </a:prstGeom>
                <a:blipFill>
                  <a:blip r:embed="rId23"/>
                  <a:stretch>
                    <a:fillRect l="-8163" t="-1493" r="-2041" b="-74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93D3D40E-61E7-68A0-3E68-6E567493C12F}"/>
                </a:ext>
              </a:extLst>
            </p:cNvPr>
            <p:cNvCxnSpPr>
              <a:cxnSpLocks/>
            </p:cNvCxnSpPr>
            <p:nvPr/>
          </p:nvCxnSpPr>
          <p:spPr>
            <a:xfrm>
              <a:off x="9628961" y="5164563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79981F93-0AFE-D5B7-C85D-0C1DFC757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79750" y="5014847"/>
              <a:ext cx="0" cy="149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2DFB718F-331B-687B-A02E-A55D5A8806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48135" y="4657996"/>
              <a:ext cx="441166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5120D16E-DF66-7A73-7F4D-CA3F5F40E6B5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292" y="5148643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0268EB1B-FD97-F341-3B93-5839A6FA37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4371" y="4485946"/>
              <a:ext cx="103822" cy="1573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5CE05326-F2F3-FC15-C930-CC0FDA450708}"/>
                    </a:ext>
                  </a:extLst>
                </p:cNvPr>
                <p:cNvSpPr txBox="1"/>
                <p:nvPr/>
              </p:nvSpPr>
              <p:spPr>
                <a:xfrm flipH="1">
                  <a:off x="9808464" y="4228510"/>
                  <a:ext cx="1476888" cy="3988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𝒑𝒌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5CE05326-F2F3-FC15-C930-CC0FDA4507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808464" y="4228510"/>
                  <a:ext cx="1476888" cy="398827"/>
                </a:xfrm>
                <a:prstGeom prst="rect">
                  <a:avLst/>
                </a:prstGeom>
                <a:blipFill>
                  <a:blip r:embed="rId24"/>
                  <a:stretch>
                    <a:fillRect t="-3077" b="-1076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D2787187-3C08-EF18-81E1-0888FDC9C9F6}"/>
                </a:ext>
              </a:extLst>
            </p:cNvPr>
            <p:cNvCxnSpPr>
              <a:cxnSpLocks/>
            </p:cNvCxnSpPr>
            <p:nvPr/>
          </p:nvCxnSpPr>
          <p:spPr>
            <a:xfrm>
              <a:off x="9296839" y="5356225"/>
              <a:ext cx="1923611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7D7DD9E1-8BEC-4E7C-1F2A-9DA8971E5E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91292" y="4965700"/>
              <a:ext cx="0" cy="1895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B398AF9E-C617-FFC2-19EA-7C5E0CA1FABA}"/>
                    </a:ext>
                  </a:extLst>
                </p:cNvPr>
                <p:cNvSpPr txBox="1"/>
                <p:nvPr/>
              </p:nvSpPr>
              <p:spPr>
                <a:xfrm>
                  <a:off x="8948895" y="4594805"/>
                  <a:ext cx="222183" cy="2771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B398AF9E-C617-FFC2-19EA-7C5E0CA1F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8895" y="4594805"/>
                  <a:ext cx="222183" cy="277127"/>
                </a:xfrm>
                <a:prstGeom prst="rect">
                  <a:avLst/>
                </a:prstGeom>
                <a:blipFill>
                  <a:blip r:embed="rId25"/>
                  <a:stretch>
                    <a:fillRect l="-29730" r="-32432" b="-1777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95384A79-E6BA-79F0-69C5-1A15D9EE274A}"/>
                    </a:ext>
                  </a:extLst>
                </p:cNvPr>
                <p:cNvSpPr txBox="1"/>
                <p:nvPr/>
              </p:nvSpPr>
              <p:spPr>
                <a:xfrm flipH="1">
                  <a:off x="9055441" y="5263892"/>
                  <a:ext cx="241398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95384A79-E6BA-79F0-69C5-1A15D9EE2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055441" y="5263892"/>
                  <a:ext cx="241398" cy="184666"/>
                </a:xfrm>
                <a:prstGeom prst="rect">
                  <a:avLst/>
                </a:prstGeom>
                <a:blipFill>
                  <a:blip r:embed="rId26"/>
                  <a:stretch>
                    <a:fillRect l="-2564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FC55B337-894A-8A62-60AA-3E56BAFC7661}"/>
                    </a:ext>
                  </a:extLst>
                </p:cNvPr>
                <p:cNvSpPr txBox="1"/>
                <p:nvPr/>
              </p:nvSpPr>
              <p:spPr>
                <a:xfrm flipH="1">
                  <a:off x="10815393" y="4696235"/>
                  <a:ext cx="939919" cy="4159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𝑶𝑼𝑻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FC55B337-894A-8A62-60AA-3E56BAFC7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815393" y="4696235"/>
                  <a:ext cx="939919" cy="415948"/>
                </a:xfrm>
                <a:prstGeom prst="rect">
                  <a:avLst/>
                </a:prstGeom>
                <a:blipFill>
                  <a:blip r:embed="rId27"/>
                  <a:stretch>
                    <a:fillRect l="-3247" t="-4348" r="-9740" b="-579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5C505910-E47D-DD50-F1AF-4CB59C36CA19}"/>
              </a:ext>
            </a:extLst>
          </p:cNvPr>
          <p:cNvGrpSpPr/>
          <p:nvPr/>
        </p:nvGrpSpPr>
        <p:grpSpPr>
          <a:xfrm>
            <a:off x="2910563" y="4543746"/>
            <a:ext cx="2943603" cy="2184116"/>
            <a:chOff x="8948895" y="4594805"/>
            <a:chExt cx="2943603" cy="2184116"/>
          </a:xfrm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F4DF43BB-6C6E-60AE-FB84-56255FAC405A}"/>
                </a:ext>
              </a:extLst>
            </p:cNvPr>
            <p:cNvGrpSpPr/>
            <p:nvPr/>
          </p:nvGrpSpPr>
          <p:grpSpPr>
            <a:xfrm>
              <a:off x="9301919" y="4626211"/>
              <a:ext cx="2338157" cy="1989561"/>
              <a:chOff x="3160923" y="3052234"/>
              <a:chExt cx="2338157" cy="1989561"/>
            </a:xfrm>
          </p:grpSpPr>
          <p:cxnSp>
            <p:nvCxnSpPr>
              <p:cNvPr id="259" name="Straight Arrow Connector 258">
                <a:extLst>
                  <a:ext uri="{FF2B5EF4-FFF2-40B4-BE49-F238E27FC236}">
                    <a16:creationId xmlns:a16="http://schemas.microsoft.com/office/drawing/2014/main" id="{346FAD0A-6BD4-3C05-4F28-73216731EC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F476728B-B2AB-10B9-31A6-8DBD6115E2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4096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1" name="Group 260">
                <a:extLst>
                  <a:ext uri="{FF2B5EF4-FFF2-40B4-BE49-F238E27FC236}">
                    <a16:creationId xmlns:a16="http://schemas.microsoft.com/office/drawing/2014/main" id="{D6A15C83-5C7B-E525-F74F-82B915F759C5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1989561"/>
                <a:chOff x="3160923" y="3052234"/>
                <a:chExt cx="2338157" cy="1989561"/>
              </a:xfrm>
            </p:grpSpPr>
            <p:cxnSp>
              <p:nvCxnSpPr>
                <p:cNvPr id="262" name="Straight Arrow Connector 261">
                  <a:extLst>
                    <a:ext uri="{FF2B5EF4-FFF2-40B4-BE49-F238E27FC236}">
                      <a16:creationId xmlns:a16="http://schemas.microsoft.com/office/drawing/2014/main" id="{2D4CCC7F-7419-01F7-A4AB-8037B24396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Arrow Connector 262">
                  <a:extLst>
                    <a:ext uri="{FF2B5EF4-FFF2-40B4-BE49-F238E27FC236}">
                      <a16:creationId xmlns:a16="http://schemas.microsoft.com/office/drawing/2014/main" id="{8476EBA9-4291-07E8-021E-3606C7773F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5F52F7B7-15ED-22CF-2CB5-F400809A51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699A47CC-2D39-5FB6-E809-632FFF555E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558940"/>
                  <a:ext cx="0" cy="94640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6" name="TextBox 265">
                      <a:extLst>
                        <a:ext uri="{FF2B5EF4-FFF2-40B4-BE49-F238E27FC236}">
                          <a16:creationId xmlns:a16="http://schemas.microsoft.com/office/drawing/2014/main" id="{C7F3F965-A323-61A1-09D6-54D2C12B57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7" name="TextBox 266">
                      <a:extLst>
                        <a:ext uri="{FF2B5EF4-FFF2-40B4-BE49-F238E27FC236}">
                          <a16:creationId xmlns:a16="http://schemas.microsoft.com/office/drawing/2014/main" id="{3860BC74-FEEB-A050-CF57-39669B9A4A7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67" name="TextBox 266">
                      <a:extLst>
                        <a:ext uri="{FF2B5EF4-FFF2-40B4-BE49-F238E27FC236}">
                          <a16:creationId xmlns:a16="http://schemas.microsoft.com/office/drawing/2014/main" id="{3860BC74-FEEB-A050-CF57-39669B9A4A7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 l="-200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8" name="TextBox 267">
                      <a:extLst>
                        <a:ext uri="{FF2B5EF4-FFF2-40B4-BE49-F238E27FC236}">
                          <a16:creationId xmlns:a16="http://schemas.microsoft.com/office/drawing/2014/main" id="{BB01950E-DC0B-B5BB-DCF9-7AFE4AAA05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68" name="TextBox 267">
                      <a:extLst>
                        <a:ext uri="{FF2B5EF4-FFF2-40B4-BE49-F238E27FC236}">
                          <a16:creationId xmlns:a16="http://schemas.microsoft.com/office/drawing/2014/main" id="{BB01950E-DC0B-B5BB-DCF9-7AFE4AAA053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l="-20513" r="-7692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CF24CA1C-A14F-ADD5-0A6A-695C812498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46662" y="5935510"/>
              <a:ext cx="873561" cy="663554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7603022B-0B02-E6B9-3173-F8F5D6560D57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065" y="6352674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FD5C4FE6-74CE-605C-710E-F0635A763C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41854" y="6169885"/>
              <a:ext cx="0" cy="1827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F6EEB72A-0779-5677-D755-025A0970F0D4}"/>
                </a:ext>
              </a:extLst>
            </p:cNvPr>
            <p:cNvCxnSpPr>
              <a:cxnSpLocks/>
            </p:cNvCxnSpPr>
            <p:nvPr/>
          </p:nvCxnSpPr>
          <p:spPr>
            <a:xfrm>
              <a:off x="10258417" y="6599064"/>
              <a:ext cx="397414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1116C035-55A0-C2E8-668E-A0B8D3A5CC4B}"/>
                    </a:ext>
                  </a:extLst>
                </p:cNvPr>
                <p:cNvSpPr txBox="1"/>
                <p:nvPr/>
              </p:nvSpPr>
              <p:spPr>
                <a:xfrm flipH="1">
                  <a:off x="9314007" y="6261279"/>
                  <a:ext cx="962243" cy="5176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𝒑𝒌</m:t>
                                </m:r>
                              </m:e>
                              <m:sub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r>
                          <a:rPr lang="en-U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000" b="1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1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𝑰𝑵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1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1116C035-55A0-C2E8-668E-A0B8D3A5C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314007" y="6261279"/>
                  <a:ext cx="962243" cy="517642"/>
                </a:xfrm>
                <a:prstGeom prst="rect">
                  <a:avLst/>
                </a:prstGeom>
                <a:blipFill>
                  <a:blip r:embed="rId30"/>
                  <a:stretch>
                    <a:fillRect b="-470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BE5B344B-E876-4425-15AF-DF3A2240A0B1}"/>
                    </a:ext>
                  </a:extLst>
                </p:cNvPr>
                <p:cNvSpPr txBox="1"/>
                <p:nvPr/>
              </p:nvSpPr>
              <p:spPr>
                <a:xfrm>
                  <a:off x="8948895" y="4594805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BE5B344B-E876-4425-15AF-DF3A2240A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8895" y="4594805"/>
                  <a:ext cx="222183" cy="246221"/>
                </a:xfrm>
                <a:prstGeom prst="rect">
                  <a:avLst/>
                </a:prstGeom>
                <a:blipFill>
                  <a:blip r:embed="rId31"/>
                  <a:stretch>
                    <a:fillRect l="-21622" r="-8108" b="-146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D3F99CDE-1FBE-7566-8DD5-67D3CAD066AA}"/>
                    </a:ext>
                  </a:extLst>
                </p:cNvPr>
                <p:cNvSpPr txBox="1"/>
                <p:nvPr/>
              </p:nvSpPr>
              <p:spPr>
                <a:xfrm flipH="1">
                  <a:off x="8991871" y="5843177"/>
                  <a:ext cx="241398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D3F99CDE-1FBE-7566-8DD5-67D3CAD06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991871" y="5843177"/>
                  <a:ext cx="241398" cy="184666"/>
                </a:xfrm>
                <a:prstGeom prst="rect">
                  <a:avLst/>
                </a:prstGeom>
                <a:blipFill>
                  <a:blip r:embed="rId32"/>
                  <a:stretch>
                    <a:fillRect l="-12821" r="-20513"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F27BF9FE-D4B8-3FAF-F2D4-1D360DFE58E8}"/>
                    </a:ext>
                  </a:extLst>
                </p:cNvPr>
                <p:cNvSpPr txBox="1"/>
                <p:nvPr/>
              </p:nvSpPr>
              <p:spPr>
                <a:xfrm flipH="1">
                  <a:off x="10952579" y="6239716"/>
                  <a:ext cx="939919" cy="4159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𝑶𝑼𝑻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F27BF9FE-D4B8-3FAF-F2D4-1D360DFE58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952579" y="6239716"/>
                  <a:ext cx="939919" cy="415948"/>
                </a:xfrm>
                <a:prstGeom prst="rect">
                  <a:avLst/>
                </a:prstGeom>
                <a:blipFill>
                  <a:blip r:embed="rId33"/>
                  <a:stretch>
                    <a:fillRect l="-1299" t="-4412" r="-1948" b="-735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C4E3455F-1E2A-B1D4-C660-61E5F90755C8}"/>
              </a:ext>
            </a:extLst>
          </p:cNvPr>
          <p:cNvCxnSpPr>
            <a:cxnSpLocks/>
          </p:cNvCxnSpPr>
          <p:nvPr/>
        </p:nvCxnSpPr>
        <p:spPr>
          <a:xfrm>
            <a:off x="4330159" y="5592865"/>
            <a:ext cx="0" cy="95514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EAC5CFE3-2CD5-54CD-8B18-F88F0D1A00C5}"/>
              </a:ext>
            </a:extLst>
          </p:cNvPr>
          <p:cNvCxnSpPr>
            <a:cxnSpLocks/>
          </p:cNvCxnSpPr>
          <p:nvPr/>
        </p:nvCxnSpPr>
        <p:spPr>
          <a:xfrm>
            <a:off x="5183525" y="5592865"/>
            <a:ext cx="0" cy="30201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8C9D0D3D-8531-C388-E5DC-14ABC832E38A}"/>
              </a:ext>
            </a:extLst>
          </p:cNvPr>
          <p:cNvCxnSpPr>
            <a:cxnSpLocks/>
          </p:cNvCxnSpPr>
          <p:nvPr/>
        </p:nvCxnSpPr>
        <p:spPr>
          <a:xfrm>
            <a:off x="3276112" y="5884451"/>
            <a:ext cx="1923611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58C4A84C-F560-3277-A5F5-CBF0683FBCCE}"/>
              </a:ext>
            </a:extLst>
          </p:cNvPr>
          <p:cNvCxnSpPr>
            <a:cxnSpLocks/>
          </p:cNvCxnSpPr>
          <p:nvPr/>
        </p:nvCxnSpPr>
        <p:spPr>
          <a:xfrm>
            <a:off x="3244748" y="5592865"/>
            <a:ext cx="1085411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2C5B7248-3AB6-B814-831C-B960FE9AECF8}"/>
              </a:ext>
            </a:extLst>
          </p:cNvPr>
          <p:cNvGrpSpPr/>
          <p:nvPr/>
        </p:nvGrpSpPr>
        <p:grpSpPr>
          <a:xfrm>
            <a:off x="5969702" y="2351900"/>
            <a:ext cx="2766157" cy="2020967"/>
            <a:chOff x="5969702" y="2351900"/>
            <a:chExt cx="2766157" cy="2020967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91809025-79C5-6E8F-0E42-A31E0D49A4F6}"/>
                </a:ext>
              </a:extLst>
            </p:cNvPr>
            <p:cNvGrpSpPr/>
            <p:nvPr/>
          </p:nvGrpSpPr>
          <p:grpSpPr>
            <a:xfrm>
              <a:off x="5969702" y="2351900"/>
              <a:ext cx="2766157" cy="2020967"/>
              <a:chOff x="8948895" y="4594805"/>
              <a:chExt cx="2766157" cy="2020967"/>
            </a:xfrm>
          </p:grpSpPr>
          <p:grpSp>
            <p:nvGrpSpPr>
              <p:cNvPr id="285" name="Group 284">
                <a:extLst>
                  <a:ext uri="{FF2B5EF4-FFF2-40B4-BE49-F238E27FC236}">
                    <a16:creationId xmlns:a16="http://schemas.microsoft.com/office/drawing/2014/main" id="{1AEAB299-2EE2-6D38-3605-957F4036DA0B}"/>
                  </a:ext>
                </a:extLst>
              </p:cNvPr>
              <p:cNvGrpSpPr/>
              <p:nvPr/>
            </p:nvGrpSpPr>
            <p:grpSpPr>
              <a:xfrm>
                <a:off x="9301919" y="4626211"/>
                <a:ext cx="2338157" cy="1989561"/>
                <a:chOff x="3160923" y="3052234"/>
                <a:chExt cx="2338157" cy="1989561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AD6B5B35-46B6-FD8C-E90A-9A9304CF00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6473" y="4220633"/>
                  <a:ext cx="66177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Arrow Connector 295">
                  <a:extLst>
                    <a:ext uri="{FF2B5EF4-FFF2-40B4-BE49-F238E27FC236}">
                      <a16:creationId xmlns:a16="http://schemas.microsoft.com/office/drawing/2014/main" id="{9C240277-E720-9514-F181-68B04CC36A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220633"/>
                  <a:ext cx="1040961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7" name="Group 296">
                  <a:extLst>
                    <a:ext uri="{FF2B5EF4-FFF2-40B4-BE49-F238E27FC236}">
                      <a16:creationId xmlns:a16="http://schemas.microsoft.com/office/drawing/2014/main" id="{2158071C-78D1-4DD0-4DC0-FE2F2BD4AC7D}"/>
                    </a:ext>
                  </a:extLst>
                </p:cNvPr>
                <p:cNvGrpSpPr/>
                <p:nvPr/>
              </p:nvGrpSpPr>
              <p:grpSpPr>
                <a:xfrm>
                  <a:off x="3160923" y="3052234"/>
                  <a:ext cx="2338157" cy="1989561"/>
                  <a:chOff x="3160923" y="3052234"/>
                  <a:chExt cx="2338157" cy="1989561"/>
                </a:xfrm>
              </p:grpSpPr>
              <p:cxnSp>
                <p:nvCxnSpPr>
                  <p:cNvPr id="298" name="Straight Arrow Connector 297">
                    <a:extLst>
                      <a:ext uri="{FF2B5EF4-FFF2-40B4-BE49-F238E27FC236}">
                        <a16:creationId xmlns:a16="http://schemas.microsoft.com/office/drawing/2014/main" id="{AEA167AC-07BE-1CB5-A0EE-46248AAC83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60923" y="4061672"/>
                    <a:ext cx="2321243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9" name="Straight Arrow Connector 298">
                    <a:extLst>
                      <a:ext uri="{FF2B5EF4-FFF2-40B4-BE49-F238E27FC236}">
                        <a16:creationId xmlns:a16="http://schemas.microsoft.com/office/drawing/2014/main" id="{A8A24B45-71E8-2B09-1561-C57C9677E5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60923" y="3052234"/>
                    <a:ext cx="0" cy="198956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" name="Straight Connector 299">
                    <a:extLst>
                      <a:ext uri="{FF2B5EF4-FFF2-40B4-BE49-F238E27FC236}">
                        <a16:creationId xmlns:a16="http://schemas.microsoft.com/office/drawing/2014/main" id="{FDFED9F2-6FBE-550D-62C0-7E5EBB2BFE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24865" y="3579829"/>
                    <a:ext cx="0" cy="145730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" name="Straight Connector 300">
                    <a:extLst>
                      <a:ext uri="{FF2B5EF4-FFF2-40B4-BE49-F238E27FC236}">
                        <a16:creationId xmlns:a16="http://schemas.microsoft.com/office/drawing/2014/main" id="{11FA2EDD-9AEC-D3FB-15E0-902F456E87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71533" y="3908198"/>
                    <a:ext cx="0" cy="59715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2" name="TextBox 301">
                        <a:extLst>
                          <a:ext uri="{FF2B5EF4-FFF2-40B4-BE49-F238E27FC236}">
                            <a16:creationId xmlns:a16="http://schemas.microsoft.com/office/drawing/2014/main" id="{EF3629F8-6C66-2D0A-F8D4-FB6B9686492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355579" y="4082997"/>
                        <a:ext cx="143501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114" name="TextBox 113">
                        <a:extLst>
                          <a:ext uri="{FF2B5EF4-FFF2-40B4-BE49-F238E27FC236}">
                            <a16:creationId xmlns:a16="http://schemas.microsoft.com/office/drawing/2014/main" id="{32345FDA-2779-BA29-F451-5014A88D8CA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355579" y="4082997"/>
                        <a:ext cx="143501" cy="276999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l="-33333" r="-33333" b="-444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3" name="TextBox 302">
                        <a:extLst>
                          <a:ext uri="{FF2B5EF4-FFF2-40B4-BE49-F238E27FC236}">
                            <a16:creationId xmlns:a16="http://schemas.microsoft.com/office/drawing/2014/main" id="{2E8EF3AA-E784-C21A-29F2-83FC792B2A1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592918" y="4082997"/>
                        <a:ext cx="241797" cy="27699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303" name="TextBox 302">
                        <a:extLst>
                          <a:ext uri="{FF2B5EF4-FFF2-40B4-BE49-F238E27FC236}">
                            <a16:creationId xmlns:a16="http://schemas.microsoft.com/office/drawing/2014/main" id="{2E8EF3AA-E784-C21A-29F2-83FC792B2A1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592918" y="4082997"/>
                        <a:ext cx="241797" cy="276999"/>
                      </a:xfrm>
                      <a:prstGeom prst="rect">
                        <a:avLst/>
                      </a:prstGeom>
                      <a:blipFill>
                        <a:blip r:embed="rId34"/>
                        <a:stretch>
                          <a:fillRect l="-20000" r="-7500" b="-1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4" name="TextBox 303">
                        <a:extLst>
                          <a:ext uri="{FF2B5EF4-FFF2-40B4-BE49-F238E27FC236}">
                            <a16:creationId xmlns:a16="http://schemas.microsoft.com/office/drawing/2014/main" id="{B2F26E97-5088-4E26-3B10-41DF9407072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63165" y="4082133"/>
                        <a:ext cx="236475" cy="27699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304" name="TextBox 303">
                        <a:extLst>
                          <a:ext uri="{FF2B5EF4-FFF2-40B4-BE49-F238E27FC236}">
                            <a16:creationId xmlns:a16="http://schemas.microsoft.com/office/drawing/2014/main" id="{B2F26E97-5088-4E26-3B10-41DF9407072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63165" y="4082133"/>
                        <a:ext cx="236475" cy="276999"/>
                      </a:xfrm>
                      <a:prstGeom prst="rect">
                        <a:avLst/>
                      </a:prstGeom>
                      <a:blipFill>
                        <a:blip r:embed="rId35"/>
                        <a:stretch>
                          <a:fillRect l="-20513" r="-7692" b="-1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F0F3F246-FE03-99DA-7D0F-75B3AFF3B5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346323" y="5153806"/>
                <a:ext cx="870483" cy="349219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5B243BF2-3151-D420-A029-6D820D44ED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1239" y="5411538"/>
                <a:ext cx="42799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EBB472C2-64FD-7E39-0765-BDF908FCB2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2998" y="5228749"/>
                <a:ext cx="0" cy="18278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58968359-4871-3DCE-6CE9-253CAB4047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4444" y="5490284"/>
                <a:ext cx="1892648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1" name="TextBox 290">
                    <a:extLst>
                      <a:ext uri="{FF2B5EF4-FFF2-40B4-BE49-F238E27FC236}">
                        <a16:creationId xmlns:a16="http://schemas.microsoft.com/office/drawing/2014/main" id="{192FCD19-2F21-40E5-A983-DF509CE9FDBA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9427488" y="4637535"/>
                    <a:ext cx="1578424" cy="33816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𝒑𝒌</m:t>
                                      </m:r>
                                    </m:e>
                                    <m:sub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num>
                            <m:den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US" sz="1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sz="1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000" b="1" dirty="0"/>
                  </a:p>
                </p:txBody>
              </p:sp>
            </mc:Choice>
            <mc:Fallback xmlns="">
              <p:sp>
                <p:nvSpPr>
                  <p:cNvPr id="291" name="TextBox 290">
                    <a:extLst>
                      <a:ext uri="{FF2B5EF4-FFF2-40B4-BE49-F238E27FC236}">
                        <a16:creationId xmlns:a16="http://schemas.microsoft.com/office/drawing/2014/main" id="{192FCD19-2F21-40E5-A983-DF509CE9FD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9427488" y="4637535"/>
                    <a:ext cx="1578424" cy="338169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b="-909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2" name="TextBox 291">
                    <a:extLst>
                      <a:ext uri="{FF2B5EF4-FFF2-40B4-BE49-F238E27FC236}">
                        <a16:creationId xmlns:a16="http://schemas.microsoft.com/office/drawing/2014/main" id="{40528C0D-3877-165F-18B5-43CEEFE6F77B}"/>
                      </a:ext>
                    </a:extLst>
                  </p:cNvPr>
                  <p:cNvSpPr txBox="1"/>
                  <p:nvPr/>
                </p:nvSpPr>
                <p:spPr>
                  <a:xfrm>
                    <a:off x="8948895" y="4594805"/>
                    <a:ext cx="222183" cy="24622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1600" b="1" dirty="0"/>
                  </a:p>
                </p:txBody>
              </p:sp>
            </mc:Choice>
            <mc:Fallback xmlns="">
              <p:sp>
                <p:nvSpPr>
                  <p:cNvPr id="292" name="TextBox 291">
                    <a:extLst>
                      <a:ext uri="{FF2B5EF4-FFF2-40B4-BE49-F238E27FC236}">
                        <a16:creationId xmlns:a16="http://schemas.microsoft.com/office/drawing/2014/main" id="{40528C0D-3877-165F-18B5-43CEEFE6F7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48895" y="4594805"/>
                    <a:ext cx="222183" cy="246221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l="-21622" r="-8108" b="-15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4" name="TextBox 293">
                    <a:extLst>
                      <a:ext uri="{FF2B5EF4-FFF2-40B4-BE49-F238E27FC236}">
                        <a16:creationId xmlns:a16="http://schemas.microsoft.com/office/drawing/2014/main" id="{88AE6AF0-27C0-FC36-175A-1DDB9F8C490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0775133" y="5027655"/>
                    <a:ext cx="939919" cy="41594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𝑶𝑼𝑻</m:t>
                                  </m:r>
                                </m:sub>
                              </m:s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  <m:sup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1200" b="1" dirty="0"/>
                  </a:p>
                </p:txBody>
              </p:sp>
            </mc:Choice>
            <mc:Fallback xmlns="">
              <p:sp>
                <p:nvSpPr>
                  <p:cNvPr id="294" name="TextBox 293">
                    <a:extLst>
                      <a:ext uri="{FF2B5EF4-FFF2-40B4-BE49-F238E27FC236}">
                        <a16:creationId xmlns:a16="http://schemas.microsoft.com/office/drawing/2014/main" id="{88AE6AF0-27C0-FC36-175A-1DDB9F8C49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0775133" y="5027655"/>
                    <a:ext cx="939919" cy="415948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l="-3247" t="-5882" r="-9740" b="-735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CBC08BD3-59F4-EE31-56C8-791263CAB20B}"/>
                </a:ext>
              </a:extLst>
            </p:cNvPr>
            <p:cNvCxnSpPr>
              <a:cxnSpLocks/>
            </p:cNvCxnSpPr>
            <p:nvPr/>
          </p:nvCxnSpPr>
          <p:spPr>
            <a:xfrm>
              <a:off x="7389298" y="2939355"/>
              <a:ext cx="0" cy="472139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47202F07-24B4-97FA-233A-B800EA979250}"/>
                </a:ext>
              </a:extLst>
            </p:cNvPr>
            <p:cNvCxnSpPr>
              <a:cxnSpLocks/>
            </p:cNvCxnSpPr>
            <p:nvPr/>
          </p:nvCxnSpPr>
          <p:spPr>
            <a:xfrm>
              <a:off x="8227899" y="3239270"/>
              <a:ext cx="0" cy="15568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B14608-A1E0-D820-CC50-5E5E42C75F28}"/>
                </a:ext>
              </a:extLst>
            </p:cNvPr>
            <p:cNvCxnSpPr>
              <a:cxnSpLocks/>
            </p:cNvCxnSpPr>
            <p:nvPr/>
          </p:nvCxnSpPr>
          <p:spPr>
            <a:xfrm>
              <a:off x="6303887" y="3401019"/>
              <a:ext cx="1085411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7CFD8D61-81DE-D77F-50EC-9BE89F9D7114}"/>
                </a:ext>
              </a:extLst>
            </p:cNvPr>
            <p:cNvCxnSpPr>
              <a:cxnSpLocks/>
            </p:cNvCxnSpPr>
            <p:nvPr/>
          </p:nvCxnSpPr>
          <p:spPr>
            <a:xfrm>
              <a:off x="7190591" y="2902895"/>
              <a:ext cx="397414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Arrow Connector 323">
              <a:extLst>
                <a:ext uri="{FF2B5EF4-FFF2-40B4-BE49-F238E27FC236}">
                  <a16:creationId xmlns:a16="http://schemas.microsoft.com/office/drawing/2014/main" id="{A6D6C6B7-7F1D-4A6E-477C-CC81D3FF6B74}"/>
                </a:ext>
              </a:extLst>
            </p:cNvPr>
            <p:cNvCxnSpPr>
              <a:cxnSpLocks/>
            </p:cNvCxnSpPr>
            <p:nvPr/>
          </p:nvCxnSpPr>
          <p:spPr>
            <a:xfrm>
              <a:off x="7226892" y="2724814"/>
              <a:ext cx="0" cy="1685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53664BE0-198F-44A6-40AF-0242418A2C5D}"/>
                    </a:ext>
                  </a:extLst>
                </p:cNvPr>
                <p:cNvSpPr txBox="1"/>
                <p:nvPr/>
              </p:nvSpPr>
              <p:spPr>
                <a:xfrm flipH="1">
                  <a:off x="6070175" y="3050437"/>
                  <a:ext cx="241398" cy="344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53664BE0-198F-44A6-40AF-0242418A2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070175" y="3050437"/>
                  <a:ext cx="241398" cy="344518"/>
                </a:xfrm>
                <a:prstGeom prst="rect">
                  <a:avLst/>
                </a:prstGeom>
                <a:blipFill>
                  <a:blip r:embed="rId39"/>
                  <a:stretch>
                    <a:fillRect l="-2564" t="-1754" b="-1052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594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10B86-3EA7-23E6-41DD-F477D2FE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0E6B2064-249C-3FA4-467A-63291DF8C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353"/>
            <a:ext cx="11020801" cy="630767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Balance for Magnetizing Inductance at Periodic Steady-State (CCM)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CAAFCF-78E6-ACCF-A078-E7637217E4B1}"/>
                  </a:ext>
                </a:extLst>
              </p:cNvPr>
              <p:cNvSpPr txBox="1"/>
              <p:nvPr/>
            </p:nvSpPr>
            <p:spPr>
              <a:xfrm flipH="1">
                <a:off x="110233" y="3727083"/>
                <a:ext cx="3957859" cy="21287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𝑻𝒐𝒕𝒂𝒍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𝑪𝒉𝒂𝒏𝒈𝒆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𝒊𝒏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𝑰𝒏𝒅𝒖𝒄𝒕𝒐𝒓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𝑬𝒏𝒆𝒓𝒈𝒚</m:t>
                      </m:r>
                    </m:oMath>
                  </m:oMathPara>
                </a14:m>
                <a:endParaRPr lang="en-US" sz="1200" b="1" i="1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𝒔𝒕𝒆𝒂𝒅𝒚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𝒔𝒕𝒂𝒕𝒆</m:t>
                      </m:r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𝑰𝑵</m:t>
                          </m:r>
                        </m:sub>
                      </m:sSub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𝑶𝑼𝑻</m:t>
                                  </m:r>
                                </m:sub>
                              </m:s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200" b="1" dirty="0"/>
              </a:p>
              <a:p>
                <a:endParaRPr lang="en-US" sz="1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𝑶𝑼𝑻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𝑭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CAAFCF-78E6-ACCF-A078-E7637217E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0233" y="3727083"/>
                <a:ext cx="3957859" cy="21287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F030489-7B5D-7B81-F587-93735EC97F9B}"/>
              </a:ext>
            </a:extLst>
          </p:cNvPr>
          <p:cNvCxnSpPr>
            <a:cxnSpLocks/>
          </p:cNvCxnSpPr>
          <p:nvPr/>
        </p:nvCxnSpPr>
        <p:spPr>
          <a:xfrm flipH="1">
            <a:off x="3090792" y="5502270"/>
            <a:ext cx="26525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58C37D7-AECC-89DF-D9ED-8030A631B13B}"/>
              </a:ext>
            </a:extLst>
          </p:cNvPr>
          <p:cNvSpPr txBox="1"/>
          <p:nvPr/>
        </p:nvSpPr>
        <p:spPr>
          <a:xfrm>
            <a:off x="5886746" y="3879189"/>
            <a:ext cx="61205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balance for magnetizing inductance over one switching cycle yields same result as if Volt-second balance were applied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✓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0DEB296-6BDC-E7AA-81CC-C655F1A3BE57}"/>
              </a:ext>
            </a:extLst>
          </p:cNvPr>
          <p:cNvGrpSpPr/>
          <p:nvPr/>
        </p:nvGrpSpPr>
        <p:grpSpPr>
          <a:xfrm>
            <a:off x="139460" y="1219858"/>
            <a:ext cx="2637120" cy="2010492"/>
            <a:chOff x="8997876" y="4534521"/>
            <a:chExt cx="2637120" cy="2010492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0C18F8A2-CBE0-2615-118B-AAC42D60BBFE}"/>
                </a:ext>
              </a:extLst>
            </p:cNvPr>
            <p:cNvGrpSpPr/>
            <p:nvPr/>
          </p:nvGrpSpPr>
          <p:grpSpPr>
            <a:xfrm>
              <a:off x="9296839" y="4539577"/>
              <a:ext cx="2338157" cy="2005436"/>
              <a:chOff x="3160923" y="3052234"/>
              <a:chExt cx="2338157" cy="2005436"/>
            </a:xfrm>
          </p:grpSpPr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04B45FF6-2766-5B76-AF79-2731592F8A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6334" y="4220633"/>
                <a:ext cx="8019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F5CA1C4F-2D02-E23E-3644-BB71FE98FA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0762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585C5AE2-2B68-2FF6-1E49-E3A46835E557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174" name="Straight Arrow Connector 173">
                  <a:extLst>
                    <a:ext uri="{FF2B5EF4-FFF2-40B4-BE49-F238E27FC236}">
                      <a16:creationId xmlns:a16="http://schemas.microsoft.com/office/drawing/2014/main" id="{2C4809B7-9ADA-E64F-0652-76EBAEC1B8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Arrow Connector 174">
                  <a:extLst>
                    <a:ext uri="{FF2B5EF4-FFF2-40B4-BE49-F238E27FC236}">
                      <a16:creationId xmlns:a16="http://schemas.microsoft.com/office/drawing/2014/main" id="{0C8B1004-FECD-FE12-5C9F-54DB3B783E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14F59F56-5D85-215C-75AB-4E9E4E2BD7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F20294B5-1AF0-21FE-DCDA-C42DCCEF42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0" name="TextBox 179">
                      <a:extLst>
                        <a:ext uri="{FF2B5EF4-FFF2-40B4-BE49-F238E27FC236}">
                          <a16:creationId xmlns:a16="http://schemas.microsoft.com/office/drawing/2014/main" id="{040D173A-D8C3-D0A1-FE10-D20472C5A4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1" name="TextBox 180">
                      <a:extLst>
                        <a:ext uri="{FF2B5EF4-FFF2-40B4-BE49-F238E27FC236}">
                          <a16:creationId xmlns:a16="http://schemas.microsoft.com/office/drawing/2014/main" id="{285F0510-E029-D365-9EF8-CAABF1C732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1" name="TextBox 180">
                      <a:extLst>
                        <a:ext uri="{FF2B5EF4-FFF2-40B4-BE49-F238E27FC236}">
                          <a16:creationId xmlns:a16="http://schemas.microsoft.com/office/drawing/2014/main" id="{285F0510-E029-D365-9EF8-CAABF1C7327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2500" r="-7500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BD002916-5552-EC50-8391-F28B542886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BD002916-5552-EC50-8391-F28B5428860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23077" r="-7692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06238751-5525-DEC0-230B-C6DD41D9D5C8}"/>
                    </a:ext>
                  </a:extLst>
                </p:cNvPr>
                <p:cNvSpPr txBox="1"/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06238751-5525-DEC0-230B-C6DD41D9D5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33333" r="-19444" b="-175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DDA5FE7F-3D47-1DC0-184B-B3BE61A278EA}"/>
                </a:ext>
              </a:extLst>
            </p:cNvPr>
            <p:cNvCxnSpPr>
              <a:cxnSpLocks/>
            </p:cNvCxnSpPr>
            <p:nvPr/>
          </p:nvCxnSpPr>
          <p:spPr>
            <a:xfrm>
              <a:off x="9296839" y="5331149"/>
              <a:ext cx="1085411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1185CFC-3F25-2E98-F354-2CEF280E7A4E}"/>
                </a:ext>
              </a:extLst>
            </p:cNvPr>
            <p:cNvCxnSpPr>
              <a:cxnSpLocks/>
            </p:cNvCxnSpPr>
            <p:nvPr/>
          </p:nvCxnSpPr>
          <p:spPr>
            <a:xfrm>
              <a:off x="10355266" y="5318354"/>
              <a:ext cx="0" cy="6586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5BFCC290-BA82-3027-446A-1355B07C8DD8}"/>
                </a:ext>
              </a:extLst>
            </p:cNvPr>
            <p:cNvCxnSpPr>
              <a:cxnSpLocks/>
            </p:cNvCxnSpPr>
            <p:nvPr/>
          </p:nvCxnSpPr>
          <p:spPr>
            <a:xfrm>
              <a:off x="10337800" y="5976995"/>
              <a:ext cx="88474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89B76FCD-77B4-1377-E965-627A56E9360B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572" y="5331149"/>
              <a:ext cx="0" cy="6586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A24124F-B9DC-2BE6-2123-13D46AED41EB}"/>
                </a:ext>
              </a:extLst>
            </p:cNvPr>
            <p:cNvCxnSpPr>
              <a:cxnSpLocks/>
            </p:cNvCxnSpPr>
            <p:nvPr/>
          </p:nvCxnSpPr>
          <p:spPr>
            <a:xfrm>
              <a:off x="11184166" y="5340383"/>
              <a:ext cx="340497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D22992AB-0C9B-EE35-37BB-E942F11C04BE}"/>
                    </a:ext>
                  </a:extLst>
                </p:cNvPr>
                <p:cNvSpPr txBox="1"/>
                <p:nvPr/>
              </p:nvSpPr>
              <p:spPr>
                <a:xfrm>
                  <a:off x="9598892" y="5050403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D22992AB-0C9B-EE35-37BB-E942F11C04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8892" y="5050403"/>
                  <a:ext cx="436853" cy="184666"/>
                </a:xfrm>
                <a:prstGeom prst="rect">
                  <a:avLst/>
                </a:prstGeom>
                <a:blipFill>
                  <a:blip r:embed="rId12"/>
                  <a:stretch>
                    <a:fillRect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384A3306-8DC0-EB59-10DF-B5244E44B72F}"/>
                    </a:ext>
                  </a:extLst>
                </p:cNvPr>
                <p:cNvSpPr txBox="1"/>
                <p:nvPr/>
              </p:nvSpPr>
              <p:spPr>
                <a:xfrm>
                  <a:off x="10282569" y="6124068"/>
                  <a:ext cx="939979" cy="3516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384A3306-8DC0-EB59-10DF-B5244E44B7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2569" y="6124068"/>
                  <a:ext cx="939979" cy="351699"/>
                </a:xfrm>
                <a:prstGeom prst="rect">
                  <a:avLst/>
                </a:prstGeom>
                <a:blipFill>
                  <a:blip r:embed="rId13"/>
                  <a:stretch>
                    <a:fillRect l="-1948" t="-6897" r="-6494" b="-862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45491D78-3DE5-5A8D-13F6-0721173342CB}"/>
              </a:ext>
            </a:extLst>
          </p:cNvPr>
          <p:cNvGrpSpPr/>
          <p:nvPr/>
        </p:nvGrpSpPr>
        <p:grpSpPr>
          <a:xfrm>
            <a:off x="3000815" y="849383"/>
            <a:ext cx="2806417" cy="2387262"/>
            <a:chOff x="8948895" y="4228510"/>
            <a:chExt cx="2806417" cy="2387262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27AE8CE1-C930-0EF2-238D-633CC8437935}"/>
                </a:ext>
              </a:extLst>
            </p:cNvPr>
            <p:cNvGrpSpPr/>
            <p:nvPr/>
          </p:nvGrpSpPr>
          <p:grpSpPr>
            <a:xfrm>
              <a:off x="9301919" y="4626211"/>
              <a:ext cx="2338157" cy="1989561"/>
              <a:chOff x="3160923" y="3052234"/>
              <a:chExt cx="2338157" cy="1989561"/>
            </a:xfrm>
          </p:grpSpPr>
          <p:cxnSp>
            <p:nvCxnSpPr>
              <p:cNvPr id="210" name="Straight Arrow Connector 209">
                <a:extLst>
                  <a:ext uri="{FF2B5EF4-FFF2-40B4-BE49-F238E27FC236}">
                    <a16:creationId xmlns:a16="http://schemas.microsoft.com/office/drawing/2014/main" id="{ED11C3A0-BC19-C7E2-3D87-4B86D4F4D6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Arrow Connector 210">
                <a:extLst>
                  <a:ext uri="{FF2B5EF4-FFF2-40B4-BE49-F238E27FC236}">
                    <a16:creationId xmlns:a16="http://schemas.microsoft.com/office/drawing/2014/main" id="{94623906-296D-B0B7-2F28-57496A7722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4096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45B60475-BC55-5BDF-E042-62E918D9CCA0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1989561"/>
                <a:chOff x="3160923" y="3052234"/>
                <a:chExt cx="2338157" cy="1989561"/>
              </a:xfrm>
            </p:grpSpPr>
            <p:cxnSp>
              <p:nvCxnSpPr>
                <p:cNvPr id="213" name="Straight Arrow Connector 212">
                  <a:extLst>
                    <a:ext uri="{FF2B5EF4-FFF2-40B4-BE49-F238E27FC236}">
                      <a16:creationId xmlns:a16="http://schemas.microsoft.com/office/drawing/2014/main" id="{D8255E02-179B-9ABF-352D-43A1AF5DC2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Arrow Connector 213">
                  <a:extLst>
                    <a:ext uri="{FF2B5EF4-FFF2-40B4-BE49-F238E27FC236}">
                      <a16:creationId xmlns:a16="http://schemas.microsoft.com/office/drawing/2014/main" id="{2CF0E176-B85E-7348-F887-FA20BA37F9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28507428-2A7B-7A8F-E465-D19542638D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45464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6090C2F6-C8AB-F1A7-6229-1A6CB3012B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558940"/>
                  <a:ext cx="0" cy="975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7" name="TextBox 216">
                      <a:extLst>
                        <a:ext uri="{FF2B5EF4-FFF2-40B4-BE49-F238E27FC236}">
                          <a16:creationId xmlns:a16="http://schemas.microsoft.com/office/drawing/2014/main" id="{6046A977-1C5D-12BE-374E-1A6B49D129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8" name="TextBox 217">
                      <a:extLst>
                        <a:ext uri="{FF2B5EF4-FFF2-40B4-BE49-F238E27FC236}">
                          <a16:creationId xmlns:a16="http://schemas.microsoft.com/office/drawing/2014/main" id="{8B1FBDA5-EDA2-9565-EB52-D899B029CC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18" name="TextBox 217">
                      <a:extLst>
                        <a:ext uri="{FF2B5EF4-FFF2-40B4-BE49-F238E27FC236}">
                          <a16:creationId xmlns:a16="http://schemas.microsoft.com/office/drawing/2014/main" id="{8B1FBDA5-EDA2-9565-EB52-D899B029CC1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200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9" name="TextBox 218">
                      <a:extLst>
                        <a:ext uri="{FF2B5EF4-FFF2-40B4-BE49-F238E27FC236}">
                          <a16:creationId xmlns:a16="http://schemas.microsoft.com/office/drawing/2014/main" id="{38AC1543-E2A1-2173-F154-F54C24A3F8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19" name="TextBox 218">
                      <a:extLst>
                        <a:ext uri="{FF2B5EF4-FFF2-40B4-BE49-F238E27FC236}">
                          <a16:creationId xmlns:a16="http://schemas.microsoft.com/office/drawing/2014/main" id="{38AC1543-E2A1-2173-F154-F54C24A3F85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20513" r="-7692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B8F0D5AE-714F-6DD5-4736-522EED93E7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6839" y="4673470"/>
              <a:ext cx="1071879" cy="68275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306A1590-2AB7-B16C-5A8E-F24C9C50A0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6889" y="4673470"/>
              <a:ext cx="873561" cy="68275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C0DCA2A7-4EE4-7632-8CB1-87E96661BD75}"/>
                    </a:ext>
                  </a:extLst>
                </p:cNvPr>
                <p:cNvSpPr txBox="1"/>
                <p:nvPr/>
              </p:nvSpPr>
              <p:spPr>
                <a:xfrm flipH="1">
                  <a:off x="9404880" y="4665642"/>
                  <a:ext cx="295111" cy="403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C0DCA2A7-4EE4-7632-8CB1-87E96661BD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404880" y="4665642"/>
                  <a:ext cx="295111" cy="403638"/>
                </a:xfrm>
                <a:prstGeom prst="rect">
                  <a:avLst/>
                </a:prstGeom>
                <a:blipFill>
                  <a:blip r:embed="rId16"/>
                  <a:stretch>
                    <a:fillRect l="-8333" t="-3030" r="-4167" b="-909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C26217A-32AD-0024-2639-0B9F99AEB28B}"/>
                </a:ext>
              </a:extLst>
            </p:cNvPr>
            <p:cNvCxnSpPr>
              <a:cxnSpLocks/>
            </p:cNvCxnSpPr>
            <p:nvPr/>
          </p:nvCxnSpPr>
          <p:spPr>
            <a:xfrm>
              <a:off x="9628961" y="5164563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4474123-F0A0-C09E-3C32-0B06543ACD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79750" y="5014847"/>
              <a:ext cx="0" cy="149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F067091C-E1BE-9DC2-9AF6-DB5103519988}"/>
                </a:ext>
              </a:extLst>
            </p:cNvPr>
            <p:cNvCxnSpPr>
              <a:cxnSpLocks/>
            </p:cNvCxnSpPr>
            <p:nvPr/>
          </p:nvCxnSpPr>
          <p:spPr>
            <a:xfrm>
              <a:off x="10148135" y="4657996"/>
              <a:ext cx="441166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A5462347-04D6-0B8F-0CFE-0C6B26B65E36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292" y="5148643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073A7F9D-757A-57D9-E4A6-79C6821341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4371" y="4485946"/>
              <a:ext cx="103822" cy="1573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FF4A2A4E-32DC-9429-8708-D27D76F561CF}"/>
                    </a:ext>
                  </a:extLst>
                </p:cNvPr>
                <p:cNvSpPr txBox="1"/>
                <p:nvPr/>
              </p:nvSpPr>
              <p:spPr>
                <a:xfrm flipH="1">
                  <a:off x="9808464" y="4228510"/>
                  <a:ext cx="1476888" cy="3988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𝒑𝒌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FF4A2A4E-32DC-9429-8708-D27D76F561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808464" y="4228510"/>
                  <a:ext cx="1476888" cy="398827"/>
                </a:xfrm>
                <a:prstGeom prst="rect">
                  <a:avLst/>
                </a:prstGeom>
                <a:blipFill>
                  <a:blip r:embed="rId17"/>
                  <a:stretch>
                    <a:fillRect t="-1515" b="-909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9929A52F-E3F1-14C1-59A5-2AA6089C368A}"/>
                </a:ext>
              </a:extLst>
            </p:cNvPr>
            <p:cNvCxnSpPr>
              <a:cxnSpLocks/>
            </p:cNvCxnSpPr>
            <p:nvPr/>
          </p:nvCxnSpPr>
          <p:spPr>
            <a:xfrm>
              <a:off x="9296839" y="5356225"/>
              <a:ext cx="1923611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C9FC05B1-EBB4-2913-67BD-9853005461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91292" y="4965700"/>
              <a:ext cx="0" cy="1895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BCD60C44-FF8B-A4F4-FB47-17D445BAD226}"/>
                    </a:ext>
                  </a:extLst>
                </p:cNvPr>
                <p:cNvSpPr txBox="1"/>
                <p:nvPr/>
              </p:nvSpPr>
              <p:spPr>
                <a:xfrm>
                  <a:off x="8948895" y="4594805"/>
                  <a:ext cx="222183" cy="2771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BCD60C44-FF8B-A4F4-FB47-17D445BAD2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8895" y="4594805"/>
                  <a:ext cx="222183" cy="277127"/>
                </a:xfrm>
                <a:prstGeom prst="rect">
                  <a:avLst/>
                </a:prstGeom>
                <a:blipFill>
                  <a:blip r:embed="rId18"/>
                  <a:stretch>
                    <a:fillRect l="-29730" r="-32432" b="-1521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5941FCD-4AD8-FE53-F32F-7F957980FE91}"/>
                    </a:ext>
                  </a:extLst>
                </p:cNvPr>
                <p:cNvSpPr txBox="1"/>
                <p:nvPr/>
              </p:nvSpPr>
              <p:spPr>
                <a:xfrm flipH="1">
                  <a:off x="9055441" y="5263892"/>
                  <a:ext cx="241398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5941FCD-4AD8-FE53-F32F-7F957980FE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055441" y="5263892"/>
                  <a:ext cx="241398" cy="184666"/>
                </a:xfrm>
                <a:prstGeom prst="rect">
                  <a:avLst/>
                </a:prstGeom>
                <a:blipFill>
                  <a:blip r:embed="rId19"/>
                  <a:stretch>
                    <a:fillRect l="-2564"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7F37B9BD-9DD4-E65E-D82E-9E7A7AFE53A2}"/>
                    </a:ext>
                  </a:extLst>
                </p:cNvPr>
                <p:cNvSpPr txBox="1"/>
                <p:nvPr/>
              </p:nvSpPr>
              <p:spPr>
                <a:xfrm flipH="1">
                  <a:off x="10815393" y="4696235"/>
                  <a:ext cx="939919" cy="4159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𝑶𝑼𝑻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7F37B9BD-9DD4-E65E-D82E-9E7A7AFE5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815393" y="4696235"/>
                  <a:ext cx="939919" cy="415948"/>
                </a:xfrm>
                <a:prstGeom prst="rect">
                  <a:avLst/>
                </a:prstGeom>
                <a:blipFill>
                  <a:blip r:embed="rId20"/>
                  <a:stretch>
                    <a:fillRect l="-2581" t="-4412" r="-9677" b="-735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BC42F385-F5C5-FDFF-DB5B-8445D8587AD3}"/>
              </a:ext>
            </a:extLst>
          </p:cNvPr>
          <p:cNvGrpSpPr/>
          <p:nvPr/>
        </p:nvGrpSpPr>
        <p:grpSpPr>
          <a:xfrm>
            <a:off x="7053209" y="1238582"/>
            <a:ext cx="2352066" cy="1989561"/>
            <a:chOff x="3160923" y="3052234"/>
            <a:chExt cx="2352066" cy="1989561"/>
          </a:xfrm>
        </p:grpSpPr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2F90F81B-9C69-EEBC-E110-E7FAF10C5E74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8CFCBED2-12FE-C02B-B797-A3B0EBE6A4DC}"/>
                </a:ext>
              </a:extLst>
            </p:cNvPr>
            <p:cNvCxnSpPr>
              <a:cxnSpLocks/>
            </p:cNvCxnSpPr>
            <p:nvPr/>
          </p:nvCxnSpPr>
          <p:spPr>
            <a:xfrm>
              <a:off x="3160923" y="4220633"/>
              <a:ext cx="104096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23444777-5667-CDBF-1352-3ECC87B5C026}"/>
                </a:ext>
              </a:extLst>
            </p:cNvPr>
            <p:cNvGrpSpPr/>
            <p:nvPr/>
          </p:nvGrpSpPr>
          <p:grpSpPr>
            <a:xfrm>
              <a:off x="3160923" y="3052234"/>
              <a:ext cx="2352066" cy="1989561"/>
              <a:chOff x="3160923" y="3052234"/>
              <a:chExt cx="2352066" cy="1989561"/>
            </a:xfrm>
          </p:grpSpPr>
          <p:cxnSp>
            <p:nvCxnSpPr>
              <p:cNvPr id="224" name="Straight Arrow Connector 223">
                <a:extLst>
                  <a:ext uri="{FF2B5EF4-FFF2-40B4-BE49-F238E27FC236}">
                    <a16:creationId xmlns:a16="http://schemas.microsoft.com/office/drawing/2014/main" id="{E8815B98-80C0-ED14-7CFD-4BA0CEC2EF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5" name="Straight Arrow Connector 224">
                <a:extLst>
                  <a:ext uri="{FF2B5EF4-FFF2-40B4-BE49-F238E27FC236}">
                    <a16:creationId xmlns:a16="http://schemas.microsoft.com/office/drawing/2014/main" id="{2E8DBD8E-0DA3-3306-ED19-A0C143B7E1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1AF4E0C0-F931-73E2-ACAE-E95E67F843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24865" y="3087787"/>
                <a:ext cx="0" cy="179926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1DF5CA9B-29E4-1F22-C5DD-427FA0F2A2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28977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DEDAF9F1-1580-212C-4B65-3E5AD3E0CC39}"/>
                      </a:ext>
                    </a:extLst>
                  </p:cNvPr>
                  <p:cNvSpPr txBox="1"/>
                  <p:nvPr/>
                </p:nvSpPr>
                <p:spPr>
                  <a:xfrm>
                    <a:off x="5369488" y="3790750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DEDAF9F1-1580-212C-4B65-3E5AD3E0CC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69488" y="3790750"/>
                    <a:ext cx="143501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9" name="TextBox 228">
                    <a:extLst>
                      <a:ext uri="{FF2B5EF4-FFF2-40B4-BE49-F238E27FC236}">
                        <a16:creationId xmlns:a16="http://schemas.microsoft.com/office/drawing/2014/main" id="{7428ECEC-F76E-4D8B-15C6-6A43ED51ADF7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9" name="TextBox 228">
                    <a:extLst>
                      <a:ext uri="{FF2B5EF4-FFF2-40B4-BE49-F238E27FC236}">
                        <a16:creationId xmlns:a16="http://schemas.microsoft.com/office/drawing/2014/main" id="{7428ECEC-F76E-4D8B-15C6-6A43ED51AD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7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225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0" name="TextBox 229">
                    <a:extLst>
                      <a:ext uri="{FF2B5EF4-FFF2-40B4-BE49-F238E27FC236}">
                        <a16:creationId xmlns:a16="http://schemas.microsoft.com/office/drawing/2014/main" id="{B874E9AC-4BD9-0DB3-1417-7C7DEA2974C6}"/>
                      </a:ext>
                    </a:extLst>
                  </p:cNvPr>
                  <p:cNvSpPr txBox="1"/>
                  <p:nvPr/>
                </p:nvSpPr>
                <p:spPr>
                  <a:xfrm>
                    <a:off x="3563165" y="4082133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0" name="TextBox 229">
                    <a:extLst>
                      <a:ext uri="{FF2B5EF4-FFF2-40B4-BE49-F238E27FC236}">
                        <a16:creationId xmlns:a16="http://schemas.microsoft.com/office/drawing/2014/main" id="{B874E9AC-4BD9-0DB3-1417-7C7DEA2974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3165" y="4082133"/>
                    <a:ext cx="236475" cy="27699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C6EA7A0C-86B9-E179-90F2-A782D8D06511}"/>
              </a:ext>
            </a:extLst>
          </p:cNvPr>
          <p:cNvCxnSpPr>
            <a:cxnSpLocks/>
          </p:cNvCxnSpPr>
          <p:nvPr/>
        </p:nvCxnSpPr>
        <p:spPr>
          <a:xfrm flipV="1">
            <a:off x="7045272" y="1234119"/>
            <a:ext cx="1071879" cy="68275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976EB3C2-EB07-B5B3-EFB0-957441EBBA2C}"/>
              </a:ext>
            </a:extLst>
          </p:cNvPr>
          <p:cNvCxnSpPr>
            <a:cxnSpLocks/>
          </p:cNvCxnSpPr>
          <p:nvPr/>
        </p:nvCxnSpPr>
        <p:spPr>
          <a:xfrm>
            <a:off x="8117151" y="1226124"/>
            <a:ext cx="0" cy="1876909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E7078C5B-3C53-1594-2C0B-37C7407C7AA3}"/>
              </a:ext>
            </a:extLst>
          </p:cNvPr>
          <p:cNvCxnSpPr>
            <a:cxnSpLocks/>
          </p:cNvCxnSpPr>
          <p:nvPr/>
        </p:nvCxnSpPr>
        <p:spPr>
          <a:xfrm flipV="1">
            <a:off x="8125089" y="2630909"/>
            <a:ext cx="838730" cy="45389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5D5954B4-8052-C5EB-7B7C-A5AC88302B3D}"/>
              </a:ext>
            </a:extLst>
          </p:cNvPr>
          <p:cNvCxnSpPr>
            <a:cxnSpLocks/>
          </p:cNvCxnSpPr>
          <p:nvPr/>
        </p:nvCxnSpPr>
        <p:spPr>
          <a:xfrm>
            <a:off x="7053209" y="1884765"/>
            <a:ext cx="0" cy="36325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D9D2D8A-39EB-284D-C251-51709FE425F6}"/>
              </a:ext>
            </a:extLst>
          </p:cNvPr>
          <p:cNvCxnSpPr>
            <a:cxnSpLocks/>
          </p:cNvCxnSpPr>
          <p:nvPr/>
        </p:nvCxnSpPr>
        <p:spPr>
          <a:xfrm>
            <a:off x="8963819" y="2233362"/>
            <a:ext cx="0" cy="44176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00BDB5B6-4D50-ECCA-392C-84C39C2324A4}"/>
              </a:ext>
            </a:extLst>
          </p:cNvPr>
          <p:cNvCxnSpPr>
            <a:cxnSpLocks/>
          </p:cNvCxnSpPr>
          <p:nvPr/>
        </p:nvCxnSpPr>
        <p:spPr>
          <a:xfrm>
            <a:off x="7053209" y="1916874"/>
            <a:ext cx="107188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E02A8AAD-99A8-04C5-AAD3-36B52B2AA7D4}"/>
              </a:ext>
            </a:extLst>
          </p:cNvPr>
          <p:cNvCxnSpPr>
            <a:cxnSpLocks/>
          </p:cNvCxnSpPr>
          <p:nvPr/>
        </p:nvCxnSpPr>
        <p:spPr>
          <a:xfrm>
            <a:off x="8168466" y="2662332"/>
            <a:ext cx="111707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5C1F1EA3-A68F-3061-1484-A673D2FDEE31}"/>
              </a:ext>
            </a:extLst>
          </p:cNvPr>
          <p:cNvCxnSpPr>
            <a:cxnSpLocks/>
          </p:cNvCxnSpPr>
          <p:nvPr/>
        </p:nvCxnSpPr>
        <p:spPr>
          <a:xfrm>
            <a:off x="7873587" y="1215678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FC5D51EF-4B49-BB35-E4B6-8830B7685281}"/>
                  </a:ext>
                </a:extLst>
              </p:cNvPr>
              <p:cNvSpPr txBox="1"/>
              <p:nvPr/>
            </p:nvSpPr>
            <p:spPr>
              <a:xfrm flipH="1">
                <a:off x="7386626" y="945967"/>
                <a:ext cx="1476888" cy="2012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𝑰𝑵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FC5D51EF-4B49-BB35-E4B6-8830B7685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86626" y="945967"/>
                <a:ext cx="1476888" cy="201274"/>
              </a:xfrm>
              <a:prstGeom prst="rect">
                <a:avLst/>
              </a:prstGeom>
              <a:blipFill>
                <a:blip r:embed="rId24"/>
                <a:stretch>
                  <a:fillRect b="-303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0D61D747-4AA0-016F-2FA0-9B12B4977CFF}"/>
                  </a:ext>
                </a:extLst>
              </p:cNvPr>
              <p:cNvSpPr txBox="1"/>
              <p:nvPr/>
            </p:nvSpPr>
            <p:spPr>
              <a:xfrm flipH="1">
                <a:off x="6015231" y="1792432"/>
                <a:ext cx="965139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𝑰𝑵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0D61D747-4AA0-016F-2FA0-9B12B4977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15231" y="1792432"/>
                <a:ext cx="965139" cy="184666"/>
              </a:xfrm>
              <a:prstGeom prst="rect">
                <a:avLst/>
              </a:prstGeom>
              <a:blipFill>
                <a:blip r:embed="rId25"/>
                <a:stretch>
                  <a:fillRect l="-3797" r="-1266" b="-1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7B2FED03-8E0F-9E91-57F8-D813B5441B4A}"/>
                  </a:ext>
                </a:extLst>
              </p:cNvPr>
              <p:cNvSpPr txBox="1"/>
              <p:nvPr/>
            </p:nvSpPr>
            <p:spPr>
              <a:xfrm>
                <a:off x="6266177" y="1215678"/>
                <a:ext cx="668623" cy="3046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7B2FED03-8E0F-9E91-57F8-D813B5441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177" y="1215678"/>
                <a:ext cx="668623" cy="304699"/>
              </a:xfrm>
              <a:prstGeom prst="rect">
                <a:avLst/>
              </a:prstGeom>
              <a:blipFill>
                <a:blip r:embed="rId26"/>
                <a:stretch>
                  <a:fillRect l="-9091" r="-12727" b="-14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53CFAFF8-B587-BEFC-11E4-8CDC7ECAF941}"/>
                  </a:ext>
                </a:extLst>
              </p:cNvPr>
              <p:cNvSpPr txBox="1"/>
              <p:nvPr/>
            </p:nvSpPr>
            <p:spPr>
              <a:xfrm flipH="1">
                <a:off x="7169974" y="3154475"/>
                <a:ext cx="1943641" cy="3528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53CFAFF8-B587-BEFC-11E4-8CDC7ECAF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69974" y="3154475"/>
                <a:ext cx="1943641" cy="352854"/>
              </a:xfrm>
              <a:prstGeom prst="rect">
                <a:avLst/>
              </a:prstGeom>
              <a:blipFill>
                <a:blip r:embed="rId27"/>
                <a:stretch>
                  <a:fillRect l="-1254" t="-5172" r="-2508" b="-103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0E84125F-141A-E594-28FD-BC60340EC46C}"/>
              </a:ext>
            </a:extLst>
          </p:cNvPr>
          <p:cNvCxnSpPr>
            <a:cxnSpLocks/>
          </p:cNvCxnSpPr>
          <p:nvPr/>
        </p:nvCxnSpPr>
        <p:spPr>
          <a:xfrm>
            <a:off x="7921212" y="3103033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DF74B432-3150-410C-12A9-C1FDD617E05A}"/>
                  </a:ext>
                </a:extLst>
              </p:cNvPr>
              <p:cNvSpPr txBox="1"/>
              <p:nvPr/>
            </p:nvSpPr>
            <p:spPr>
              <a:xfrm flipH="1">
                <a:off x="9006090" y="2553982"/>
                <a:ext cx="1683545" cy="3516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DF74B432-3150-410C-12A9-C1FDD617E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006090" y="2553982"/>
                <a:ext cx="1683545" cy="351699"/>
              </a:xfrm>
              <a:prstGeom prst="rect">
                <a:avLst/>
              </a:prstGeom>
              <a:blipFill>
                <a:blip r:embed="rId28"/>
                <a:stretch>
                  <a:fillRect l="-1805" t="-6897" r="-2888" b="-86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510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8785-9CD9-EDB4-3EBC-DBEB8CE2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8ACE4ECE-6231-F022-6FFE-15EA45AD5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Capacitor Charge Balance at Periodic Steady-State (CCM)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FAE1AC-5DAB-8A8A-E931-BFC8A5DCFC2D}"/>
                  </a:ext>
                </a:extLst>
              </p:cNvPr>
              <p:cNvSpPr txBox="1"/>
              <p:nvPr/>
            </p:nvSpPr>
            <p:spPr>
              <a:xfrm flipH="1">
                <a:off x="5607542" y="1920376"/>
                <a:ext cx="4333841" cy="29017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𝑨𝒗𝒆𝒓𝒂𝒈𝒆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𝑫𝒊𝒐𝒅𝒆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𝑪𝒖𝒓𝒓𝒆𝒏𝒕</m:t>
                      </m:r>
                      <m:sSub>
                        <m:sSubPr>
                          <m:ctrlP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b="1" i="1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1200" b="1" i="1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  <a:p>
                <a:pPr algn="ctr"/>
                <a:endParaRPr lang="en-US" sz="1200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m:rPr>
                          <m:aln/>
                        </m:rP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b="1" dirty="0"/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FAE1AC-5DAB-8A8A-E931-BFC8A5DCF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07542" y="1920376"/>
                <a:ext cx="4333841" cy="29017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E37D97DB-A668-D8A5-C523-859A4A01B126}"/>
              </a:ext>
            </a:extLst>
          </p:cNvPr>
          <p:cNvGrpSpPr/>
          <p:nvPr/>
        </p:nvGrpSpPr>
        <p:grpSpPr>
          <a:xfrm>
            <a:off x="7678900" y="2442775"/>
            <a:ext cx="2148493" cy="471033"/>
            <a:chOff x="7678900" y="2442775"/>
            <a:chExt cx="2148493" cy="471033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3E4161CB-843C-7F48-CDD0-855BE5D691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8900" y="2570517"/>
              <a:ext cx="247488" cy="343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964F5D7-842B-F505-FE0C-47774680CE2D}"/>
                </a:ext>
              </a:extLst>
            </p:cNvPr>
            <p:cNvSpPr txBox="1"/>
            <p:nvPr/>
          </p:nvSpPr>
          <p:spPr>
            <a:xfrm>
              <a:off x="7892331" y="2442775"/>
              <a:ext cx="19350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 at periodic steady-state</a:t>
              </a:r>
              <a:endParaRPr lang="en-US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867C8EB-028D-16AA-0B7E-ACD56D131319}"/>
              </a:ext>
            </a:extLst>
          </p:cNvPr>
          <p:cNvGrpSpPr/>
          <p:nvPr/>
        </p:nvGrpSpPr>
        <p:grpSpPr>
          <a:xfrm>
            <a:off x="7343847" y="2816738"/>
            <a:ext cx="2483546" cy="785613"/>
            <a:chOff x="5444462" y="4214397"/>
            <a:chExt cx="2483546" cy="785613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D781A92F-637A-CF64-6191-ACB00A3013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4462" y="4439209"/>
              <a:ext cx="866502" cy="560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94443CA-9BF9-F490-9B80-1DC024C238D4}"/>
                </a:ext>
              </a:extLst>
            </p:cNvPr>
            <p:cNvSpPr txBox="1"/>
            <p:nvPr/>
          </p:nvSpPr>
          <p:spPr>
            <a:xfrm>
              <a:off x="5992946" y="4214397"/>
              <a:ext cx="19350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 at periodic steady-state</a:t>
              </a:r>
              <a:endParaRPr lang="en-US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B710B37-F6CE-91DD-D248-98A3F0AE540C}"/>
              </a:ext>
            </a:extLst>
          </p:cNvPr>
          <p:cNvGrpSpPr/>
          <p:nvPr/>
        </p:nvGrpSpPr>
        <p:grpSpPr>
          <a:xfrm>
            <a:off x="2600701" y="2270826"/>
            <a:ext cx="2766157" cy="2020967"/>
            <a:chOff x="5969702" y="2351900"/>
            <a:chExt cx="2766157" cy="20209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96B24E8-0C81-E70C-17BD-123DE8596892}"/>
                </a:ext>
              </a:extLst>
            </p:cNvPr>
            <p:cNvGrpSpPr/>
            <p:nvPr/>
          </p:nvGrpSpPr>
          <p:grpSpPr>
            <a:xfrm>
              <a:off x="5969702" y="2351900"/>
              <a:ext cx="2766157" cy="2020967"/>
              <a:chOff x="8948895" y="4594805"/>
              <a:chExt cx="2766157" cy="2020967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3FEDC9E-C62F-CE56-03CA-8CBB8AB4B745}"/>
                  </a:ext>
                </a:extLst>
              </p:cNvPr>
              <p:cNvGrpSpPr/>
              <p:nvPr/>
            </p:nvGrpSpPr>
            <p:grpSpPr>
              <a:xfrm>
                <a:off x="9301919" y="4626211"/>
                <a:ext cx="2338157" cy="1989561"/>
                <a:chOff x="3160923" y="3052234"/>
                <a:chExt cx="2338157" cy="1989561"/>
              </a:xfrm>
            </p:grpSpPr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ECD52004-438E-A7F9-EAD1-2CEBBEF6DD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6473" y="4220633"/>
                  <a:ext cx="66177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0EE7975E-3E3C-0003-15D0-7590BECFA8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220633"/>
                  <a:ext cx="1040961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5E788559-06FD-8302-1CE2-650316B73339}"/>
                    </a:ext>
                  </a:extLst>
                </p:cNvPr>
                <p:cNvGrpSpPr/>
                <p:nvPr/>
              </p:nvGrpSpPr>
              <p:grpSpPr>
                <a:xfrm>
                  <a:off x="3160923" y="3052234"/>
                  <a:ext cx="2338157" cy="1989561"/>
                  <a:chOff x="3160923" y="3052234"/>
                  <a:chExt cx="2338157" cy="1989561"/>
                </a:xfrm>
              </p:grpSpPr>
              <p:cxnSp>
                <p:nvCxnSpPr>
                  <p:cNvPr id="33" name="Straight Arrow Connector 32">
                    <a:extLst>
                      <a:ext uri="{FF2B5EF4-FFF2-40B4-BE49-F238E27FC236}">
                        <a16:creationId xmlns:a16="http://schemas.microsoft.com/office/drawing/2014/main" id="{0235992D-7175-D1A1-92B8-EE591F4C6E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60923" y="4061672"/>
                    <a:ext cx="2321243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>
                    <a:extLst>
                      <a:ext uri="{FF2B5EF4-FFF2-40B4-BE49-F238E27FC236}">
                        <a16:creationId xmlns:a16="http://schemas.microsoft.com/office/drawing/2014/main" id="{EB2ED98D-DCCF-0715-1E71-B90FB38DD4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60923" y="3052234"/>
                    <a:ext cx="0" cy="198956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468AA6A3-66D2-4EAB-E430-3CB9EEAFF8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24865" y="3579829"/>
                    <a:ext cx="0" cy="145730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67D7A126-8707-7859-520A-333A5E2E68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71533" y="3908198"/>
                    <a:ext cx="0" cy="59715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1" name="TextBox 40">
                        <a:extLst>
                          <a:ext uri="{FF2B5EF4-FFF2-40B4-BE49-F238E27FC236}">
                            <a16:creationId xmlns:a16="http://schemas.microsoft.com/office/drawing/2014/main" id="{0A292554-C912-2711-0316-56D5D2415AF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355579" y="4082997"/>
                        <a:ext cx="143501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114" name="TextBox 113">
                        <a:extLst>
                          <a:ext uri="{FF2B5EF4-FFF2-40B4-BE49-F238E27FC236}">
                            <a16:creationId xmlns:a16="http://schemas.microsoft.com/office/drawing/2014/main" id="{32345FDA-2779-BA29-F451-5014A88D8CA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355579" y="4082997"/>
                        <a:ext cx="143501" cy="276999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l="-33333" r="-33333" b="-444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2" name="TextBox 41">
                        <a:extLst>
                          <a:ext uri="{FF2B5EF4-FFF2-40B4-BE49-F238E27FC236}">
                            <a16:creationId xmlns:a16="http://schemas.microsoft.com/office/drawing/2014/main" id="{AC131363-616A-4581-F092-DC20BE8B0F5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592918" y="4082997"/>
                        <a:ext cx="241797" cy="27699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42" name="TextBox 41">
                        <a:extLst>
                          <a:ext uri="{FF2B5EF4-FFF2-40B4-BE49-F238E27FC236}">
                            <a16:creationId xmlns:a16="http://schemas.microsoft.com/office/drawing/2014/main" id="{AC131363-616A-4581-F092-DC20BE8B0F5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592918" y="4082997"/>
                        <a:ext cx="241797" cy="276999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20000" r="-7500" b="-1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6" name="TextBox 45">
                        <a:extLst>
                          <a:ext uri="{FF2B5EF4-FFF2-40B4-BE49-F238E27FC236}">
                            <a16:creationId xmlns:a16="http://schemas.microsoft.com/office/drawing/2014/main" id="{AFE96DF7-CE3F-F3B6-F8D8-35900B91D9A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63165" y="4082133"/>
                        <a:ext cx="236475" cy="27699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46" name="TextBox 45">
                        <a:extLst>
                          <a:ext uri="{FF2B5EF4-FFF2-40B4-BE49-F238E27FC236}">
                            <a16:creationId xmlns:a16="http://schemas.microsoft.com/office/drawing/2014/main" id="{AFE96DF7-CE3F-F3B6-F8D8-35900B91D9A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63165" y="4082133"/>
                        <a:ext cx="236475" cy="276999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23684" r="-10526" b="-1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37CACA3-F7F6-F889-0135-8CD13F0037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346323" y="5153806"/>
                <a:ext cx="870483" cy="349219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6A75A59-484B-A057-9195-D10A64BED5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1239" y="5411538"/>
                <a:ext cx="42799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754761F-45CC-4A3C-3989-E49AD6594D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2998" y="5228749"/>
                <a:ext cx="0" cy="18278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B0D9259-F1EB-DB21-2860-CD0A5EB9E4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4444" y="5490284"/>
                <a:ext cx="1892648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084716A1-C4CC-69BC-C375-39706F75EF02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9427488" y="4637535"/>
                    <a:ext cx="1578424" cy="33816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𝒑𝒌</m:t>
                                      </m:r>
                                    </m:e>
                                    <m:sub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num>
                            <m:den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US" sz="1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sz="1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000" b="1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084716A1-C4CC-69BC-C375-39706F75EF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9427488" y="4637535"/>
                    <a:ext cx="1578424" cy="33816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909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5A6E036-C4FA-E72C-FF2C-799590D010BC}"/>
                      </a:ext>
                    </a:extLst>
                  </p:cNvPr>
                  <p:cNvSpPr txBox="1"/>
                  <p:nvPr/>
                </p:nvSpPr>
                <p:spPr>
                  <a:xfrm>
                    <a:off x="8948895" y="4594805"/>
                    <a:ext cx="222183" cy="24622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1600" b="1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5A6E036-C4FA-E72C-FF2C-799590D010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48895" y="4594805"/>
                    <a:ext cx="222183" cy="24622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5000" r="-8333" b="-15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C2B1D8F-4AA9-4C1A-5729-4A8794526668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0775133" y="5027655"/>
                    <a:ext cx="939919" cy="41594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𝑶𝑼𝑻</m:t>
                                  </m:r>
                                </m:sub>
                              </m:s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  <m:sup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1200" b="1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C2B1D8F-4AA9-4C1A-5729-4A87945266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0775133" y="5027655"/>
                    <a:ext cx="939919" cy="415948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597" t="-5882" r="-10390" b="-735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84F6441-1B1B-6A3D-AA9C-37FFE9FEFFE9}"/>
                </a:ext>
              </a:extLst>
            </p:cNvPr>
            <p:cNvCxnSpPr>
              <a:cxnSpLocks/>
            </p:cNvCxnSpPr>
            <p:nvPr/>
          </p:nvCxnSpPr>
          <p:spPr>
            <a:xfrm>
              <a:off x="7389298" y="2939355"/>
              <a:ext cx="0" cy="472139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7298714-6512-69C1-FBB2-3741F1E31280}"/>
                </a:ext>
              </a:extLst>
            </p:cNvPr>
            <p:cNvCxnSpPr>
              <a:cxnSpLocks/>
            </p:cNvCxnSpPr>
            <p:nvPr/>
          </p:nvCxnSpPr>
          <p:spPr>
            <a:xfrm>
              <a:off x="8227899" y="3239270"/>
              <a:ext cx="0" cy="15568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50B823E-0D23-3A25-833D-88702579C49E}"/>
                </a:ext>
              </a:extLst>
            </p:cNvPr>
            <p:cNvCxnSpPr>
              <a:cxnSpLocks/>
            </p:cNvCxnSpPr>
            <p:nvPr/>
          </p:nvCxnSpPr>
          <p:spPr>
            <a:xfrm>
              <a:off x="6303887" y="3401019"/>
              <a:ext cx="1085411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88E061F-5FB0-A582-C7A3-EFBAEBB1D756}"/>
                </a:ext>
              </a:extLst>
            </p:cNvPr>
            <p:cNvCxnSpPr>
              <a:cxnSpLocks/>
            </p:cNvCxnSpPr>
            <p:nvPr/>
          </p:nvCxnSpPr>
          <p:spPr>
            <a:xfrm>
              <a:off x="7190591" y="2902895"/>
              <a:ext cx="397414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8086A69-12D3-11F0-3EBC-427F7B7AA90C}"/>
                </a:ext>
              </a:extLst>
            </p:cNvPr>
            <p:cNvCxnSpPr>
              <a:cxnSpLocks/>
            </p:cNvCxnSpPr>
            <p:nvPr/>
          </p:nvCxnSpPr>
          <p:spPr>
            <a:xfrm>
              <a:off x="7226892" y="2724814"/>
              <a:ext cx="0" cy="1685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303E33-C575-0B32-75B9-3C9CF2437412}"/>
                    </a:ext>
                  </a:extLst>
                </p:cNvPr>
                <p:cNvSpPr txBox="1"/>
                <p:nvPr/>
              </p:nvSpPr>
              <p:spPr>
                <a:xfrm flipH="1">
                  <a:off x="6070175" y="3050437"/>
                  <a:ext cx="241398" cy="344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303E33-C575-0B32-75B9-3C9CF2437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070175" y="3050437"/>
                  <a:ext cx="241398" cy="344518"/>
                </a:xfrm>
                <a:prstGeom prst="rect">
                  <a:avLst/>
                </a:prstGeom>
                <a:blipFill>
                  <a:blip r:embed="rId14"/>
                  <a:stretch>
                    <a:fillRect l="-2500" t="-3509" b="-1052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83064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55DCE-588C-DAAD-AAA5-CDD7BE42B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ACE907-2CC1-9A4A-C63A-C7AA091ACE57}"/>
                  </a:ext>
                </a:extLst>
              </p:cNvPr>
              <p:cNvSpPr txBox="1"/>
              <p:nvPr/>
            </p:nvSpPr>
            <p:spPr>
              <a:xfrm flipH="1">
                <a:off x="257523" y="2781639"/>
                <a:ext cx="3563680" cy="3137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𝑶𝑼𝑻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𝑭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𝑫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𝑶𝑼𝑻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𝑭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𝑭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≪ </m:t>
                    </m:r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𝑶𝑼𝑻</m:t>
                        </m:r>
                      </m:sub>
                    </m:sSub>
                  </m:oMath>
                </a14:m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𝑶𝑼𝑻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ACE907-2CC1-9A4A-C63A-C7AA091AC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7523" y="2781639"/>
                <a:ext cx="3563680" cy="3137269"/>
              </a:xfrm>
              <a:prstGeom prst="rect">
                <a:avLst/>
              </a:prstGeom>
              <a:blipFill>
                <a:blip r:embed="rId2"/>
                <a:stretch>
                  <a:fillRect b="-11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95AC2F-5C09-D1F6-55C3-7688900CAC7B}"/>
                  </a:ext>
                </a:extLst>
              </p:cNvPr>
              <p:cNvSpPr txBox="1"/>
              <p:nvPr/>
            </p:nvSpPr>
            <p:spPr>
              <a:xfrm flipH="1">
                <a:off x="447010" y="1204276"/>
                <a:ext cx="5471189" cy="138775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𝑰𝑵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𝑶𝑼𝑻</m:t>
                                    </m:r>
                                  </m:sub>
                                </m:s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𝑭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Magnetizing Inductance Volt-Second Balance</a:t>
                </a: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𝑫</m:t>
                    </m:r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Switch ON Time, or Duty Cycle, at Steady-State</a:t>
                </a: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Switch OFF Time at Steady-State</a:t>
                </a:r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95AC2F-5C09-D1F6-55C3-7688900CA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7010" y="1204276"/>
                <a:ext cx="5471189" cy="1387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94">
            <a:extLst>
              <a:ext uri="{FF2B5EF4-FFF2-40B4-BE49-F238E27FC236}">
                <a16:creationId xmlns:a16="http://schemas.microsoft.com/office/drawing/2014/main" id="{B4662A97-5259-4CE9-5359-38536804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Voltage at Periodic Steady-State (CCM)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2360C8-863F-B9F2-BFF2-94233B075316}"/>
                  </a:ext>
                </a:extLst>
              </p:cNvPr>
              <p:cNvSpPr txBox="1"/>
              <p:nvPr/>
            </p:nvSpPr>
            <p:spPr>
              <a:xfrm flipH="1">
                <a:off x="4446018" y="4135575"/>
                <a:ext cx="6863331" cy="6776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𝑶𝑼𝑻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b="1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 	Flyback Voltage Conversion Ratio (CCM only)</a:t>
                </a:r>
              </a:p>
              <a:p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2360C8-863F-B9F2-BFF2-94233B075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46018" y="4135575"/>
                <a:ext cx="6863331" cy="6776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>
            <a:extLst>
              <a:ext uri="{FF2B5EF4-FFF2-40B4-BE49-F238E27FC236}">
                <a16:creationId xmlns:a16="http://schemas.microsoft.com/office/drawing/2014/main" id="{6F39A1B7-DC09-5974-7C99-E3EF30329297}"/>
              </a:ext>
            </a:extLst>
          </p:cNvPr>
          <p:cNvSpPr/>
          <p:nvPr/>
        </p:nvSpPr>
        <p:spPr>
          <a:xfrm>
            <a:off x="3552867" y="2939178"/>
            <a:ext cx="314199" cy="3150048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61A90D08-BA1E-27CB-32FE-4FD1AD0B3A63}"/>
              </a:ext>
            </a:extLst>
          </p:cNvPr>
          <p:cNvSpPr/>
          <p:nvPr/>
        </p:nvSpPr>
        <p:spPr>
          <a:xfrm>
            <a:off x="3727540" y="4450638"/>
            <a:ext cx="543806" cy="118221"/>
          </a:xfrm>
          <a:prstGeom prst="notchedRightArrow">
            <a:avLst>
              <a:gd name="adj1" fmla="val 50000"/>
              <a:gd name="adj2" fmla="val 6879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94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798AD-0D77-E065-64B8-3243FC455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A09B28D-CBEE-F5E9-6008-81166DD2AD27}"/>
              </a:ext>
            </a:extLst>
          </p:cNvPr>
          <p:cNvGrpSpPr/>
          <p:nvPr/>
        </p:nvGrpSpPr>
        <p:grpSpPr>
          <a:xfrm>
            <a:off x="236963" y="1026017"/>
            <a:ext cx="9751323" cy="4171077"/>
            <a:chOff x="236963" y="1026017"/>
            <a:chExt cx="9751323" cy="41710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D27A6FF-3464-A99E-28EC-F1CB49A77063}"/>
                </a:ext>
              </a:extLst>
            </p:cNvPr>
            <p:cNvGrpSpPr/>
            <p:nvPr/>
          </p:nvGrpSpPr>
          <p:grpSpPr>
            <a:xfrm>
              <a:off x="236963" y="1026017"/>
              <a:ext cx="9751323" cy="4171077"/>
              <a:chOff x="236963" y="1026017"/>
              <a:chExt cx="9751323" cy="417107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4A7F6F6-51A9-6612-2A39-D21A83207B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4792" y="1244661"/>
                <a:ext cx="8221146" cy="3952433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AAF6B1-2A19-D2BD-8D3A-548236E3AD50}"/>
                  </a:ext>
                </a:extLst>
              </p:cNvPr>
              <p:cNvSpPr txBox="1"/>
              <p:nvPr/>
            </p:nvSpPr>
            <p:spPr>
              <a:xfrm>
                <a:off x="2351172" y="3452517"/>
                <a:ext cx="547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</a:t>
                </a:r>
                <a:endPara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7485870F-E492-B3A4-025F-182DB95DE5CC}"/>
                  </a:ext>
                </a:extLst>
              </p:cNvPr>
              <p:cNvGrpSpPr/>
              <p:nvPr/>
            </p:nvGrpSpPr>
            <p:grpSpPr>
              <a:xfrm>
                <a:off x="236963" y="1026017"/>
                <a:ext cx="9751323" cy="2097671"/>
                <a:chOff x="420341" y="1211437"/>
                <a:chExt cx="9751323" cy="2097671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B7A44CCC-FC13-3BA2-FD1B-CC28296283F1}"/>
                    </a:ext>
                  </a:extLst>
                </p:cNvPr>
                <p:cNvGrpSpPr/>
                <p:nvPr/>
              </p:nvGrpSpPr>
              <p:grpSpPr>
                <a:xfrm>
                  <a:off x="420341" y="1211437"/>
                  <a:ext cx="9751323" cy="2097671"/>
                  <a:chOff x="420341" y="1211437"/>
                  <a:chExt cx="9751323" cy="2097671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2D2278B1-A531-D8F0-FB99-BEBDA51CCDC9}"/>
                      </a:ext>
                    </a:extLst>
                  </p:cNvPr>
                  <p:cNvGrpSpPr/>
                  <p:nvPr/>
                </p:nvGrpSpPr>
                <p:grpSpPr>
                  <a:xfrm>
                    <a:off x="420341" y="1211437"/>
                    <a:ext cx="8948037" cy="2097671"/>
                    <a:chOff x="420341" y="1211437"/>
                    <a:chExt cx="8948037" cy="2097671"/>
                  </a:xfrm>
                </p:grpSpPr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560D2FB4-4391-7D08-961D-B329330ED0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0341" y="2939776"/>
                      <a:ext cx="5783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</a:p>
                  </p:txBody>
                </p:sp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EAE00652-CFED-5841-B0DE-8E6127CB2B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69734" y="1211437"/>
                      <a:ext cx="6498644" cy="2065409"/>
                      <a:chOff x="2869734" y="1211437"/>
                      <a:chExt cx="6498644" cy="2065409"/>
                    </a:xfrm>
                  </p:grpSpPr>
                  <p:grpSp>
                    <p:nvGrpSpPr>
                      <p:cNvPr id="37" name="Group 36">
                        <a:extLst>
                          <a:ext uri="{FF2B5EF4-FFF2-40B4-BE49-F238E27FC236}">
                            <a16:creationId xmlns:a16="http://schemas.microsoft.com/office/drawing/2014/main" id="{6DF6D717-2EA9-12C1-4479-E64F8E8FA32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869734" y="1211437"/>
                        <a:ext cx="5972448" cy="2065409"/>
                        <a:chOff x="2869734" y="1211437"/>
                        <a:chExt cx="5972448" cy="2065409"/>
                      </a:xfrm>
                    </p:grpSpPr>
                    <p:grpSp>
                      <p:nvGrpSpPr>
                        <p:cNvPr id="57" name="Group 56">
                          <a:extLst>
                            <a:ext uri="{FF2B5EF4-FFF2-40B4-BE49-F238E27FC236}">
                              <a16:creationId xmlns:a16="http://schemas.microsoft.com/office/drawing/2014/main" id="{C30C9A80-2EA3-8616-CE43-C2C3CF6A328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869734" y="1211437"/>
                          <a:ext cx="3432309" cy="2065409"/>
                          <a:chOff x="1099527" y="812834"/>
                          <a:chExt cx="3432309" cy="2065409"/>
                        </a:xfrm>
                      </p:grpSpPr>
                      <p:grpSp>
                        <p:nvGrpSpPr>
                          <p:cNvPr id="58" name="Group 57">
                            <a:extLst>
                              <a:ext uri="{FF2B5EF4-FFF2-40B4-BE49-F238E27FC236}">
                                <a16:creationId xmlns:a16="http://schemas.microsoft.com/office/drawing/2014/main" id="{C604F0A9-5356-5233-B70F-490731D7D68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99527" y="812834"/>
                            <a:ext cx="3432309" cy="2065409"/>
                            <a:chOff x="1099527" y="812834"/>
                            <a:chExt cx="3432309" cy="2065409"/>
                          </a:xfrm>
                        </p:grpSpPr>
                        <p:grpSp>
                          <p:nvGrpSpPr>
                            <p:cNvPr id="61" name="Group 60">
                              <a:extLst>
                                <a:ext uri="{FF2B5EF4-FFF2-40B4-BE49-F238E27FC236}">
                                  <a16:creationId xmlns:a16="http://schemas.microsoft.com/office/drawing/2014/main" id="{D1273E7A-7138-6799-DAF1-27B3E69D34C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99527" y="812834"/>
                              <a:ext cx="3432309" cy="2065409"/>
                              <a:chOff x="1099527" y="812834"/>
                              <a:chExt cx="3432309" cy="2065409"/>
                            </a:xfrm>
                          </p:grpSpPr>
                          <p:sp>
                            <p:nvSpPr>
                              <p:cNvPr id="66" name="TextBox 65">
                                <a:extLst>
                                  <a:ext uri="{FF2B5EF4-FFF2-40B4-BE49-F238E27FC236}">
                                    <a16:creationId xmlns:a16="http://schemas.microsoft.com/office/drawing/2014/main" id="{938DD158-5892-D23F-8B32-5395E6C16B7D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99527" y="1782632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1</a:t>
                                </a:r>
                              </a:p>
                            </p:txBody>
                          </p:sp>
                          <p:sp>
                            <p:nvSpPr>
                              <p:cNvPr id="67" name="TextBox 66">
                                <a:extLst>
                                  <a:ext uri="{FF2B5EF4-FFF2-40B4-BE49-F238E27FC236}">
                                    <a16:creationId xmlns:a16="http://schemas.microsoft.com/office/drawing/2014/main" id="{FFF83695-75BB-F42D-3A69-F07C8C1B4183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4086882" y="1787644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2</a:t>
                                </a:r>
                              </a:p>
                            </p:txBody>
                          </p:sp>
                          <p:grpSp>
                            <p:nvGrpSpPr>
                              <p:cNvPr id="68" name="Group 67">
                                <a:extLst>
                                  <a:ext uri="{FF2B5EF4-FFF2-40B4-BE49-F238E27FC236}">
                                    <a16:creationId xmlns:a16="http://schemas.microsoft.com/office/drawing/2014/main" id="{1914F679-56E2-0553-31D7-95336D33AA4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151959" y="812834"/>
                                <a:ext cx="3230370" cy="2065409"/>
                                <a:chOff x="1151959" y="812834"/>
                                <a:chExt cx="3230370" cy="2065409"/>
                              </a:xfrm>
                            </p:grpSpPr>
                            <p:grpSp>
                              <p:nvGrpSpPr>
                                <p:cNvPr id="69" name="Group 68">
                                  <a:extLst>
                                    <a:ext uri="{FF2B5EF4-FFF2-40B4-BE49-F238E27FC236}">
                                      <a16:creationId xmlns:a16="http://schemas.microsoft.com/office/drawing/2014/main" id="{AC31DB57-5A71-59BE-9625-CEA3569CBEB0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216243" y="812834"/>
                                  <a:ext cx="3100982" cy="2065409"/>
                                  <a:chOff x="570448" y="926499"/>
                                  <a:chExt cx="3100982" cy="2065409"/>
                                </a:xfrm>
                              </p:grpSpPr>
                              <p:grpSp>
                                <p:nvGrpSpPr>
                                  <p:cNvPr id="76" name="Group 75">
                                    <a:extLst>
                                      <a:ext uri="{FF2B5EF4-FFF2-40B4-BE49-F238E27FC236}">
                                        <a16:creationId xmlns:a16="http://schemas.microsoft.com/office/drawing/2014/main" id="{D3153442-D3E8-C1AC-227A-A1E255A0D27C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570448" y="1145143"/>
                                    <a:ext cx="3100982" cy="1846765"/>
                                    <a:chOff x="1961098" y="2221468"/>
                                    <a:chExt cx="3100982" cy="1846765"/>
                                  </a:xfrm>
                                </p:grpSpPr>
                                <p:grpSp>
                                  <p:nvGrpSpPr>
                                    <p:cNvPr id="79" name="Group 78">
                                      <a:extLst>
                                        <a:ext uri="{FF2B5EF4-FFF2-40B4-BE49-F238E27FC236}">
                                          <a16:creationId xmlns:a16="http://schemas.microsoft.com/office/drawing/2014/main" id="{CDC0CF20-BE00-EE01-7953-0696CF627575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2175796" y="2221468"/>
                                      <a:ext cx="1956995" cy="1580065"/>
                                      <a:chOff x="1934496" y="2589768"/>
                                      <a:chExt cx="1956995" cy="1580065"/>
                                    </a:xfrm>
                                  </p:grpSpPr>
                                  <p:grpSp>
                                    <p:nvGrpSpPr>
                                      <p:cNvPr id="84" name="Group 83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BA05A9EE-E5F4-94C8-5443-15ACF155A16C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3302479" y="2959100"/>
                                        <a:ext cx="586906" cy="1210733"/>
                                        <a:chOff x="3484513" y="4250267"/>
                                        <a:chExt cx="586906" cy="1210733"/>
                                      </a:xfrm>
                                    </p:grpSpPr>
                                    <p:cxnSp>
                                      <p:nvCxnSpPr>
                                        <p:cNvPr id="88" name="Straight Connector 87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7826DF7-C9FA-EC0F-FD45-16C726C89B89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680884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89" name="Oval 88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EBC1F08-210B-2F51-1D90-2CB89B0005B7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484513" y="4336307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  <p:cxnSp>
                                      <p:nvCxnSpPr>
                                        <p:cNvPr id="90" name="Straight Connector 89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8C6739C1-73DE-4796-D9F9-AD3F0467D2A4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823758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91" name="Oval 90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8F968CE-BD82-3A94-E5C4-B7766C1DEE7C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968836" y="5230246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85" name="TextBox 84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EF75106C-4164-8920-70D2-D43670DCC7AE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3332691" y="2589768"/>
                                        <a:ext cx="558800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1:n</a:t>
                                        </a:r>
                                      </a:p>
                                    </p:txBody>
                                  </p:sp>
                                  <p:sp>
                                    <p:nvSpPr>
                                      <p:cNvPr id="86" name="TextBox 85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B9580238-E4E5-F277-550F-E10B54FC2CA3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1934496" y="3310123"/>
                                        <a:ext cx="485769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L</a:t>
                                        </a:r>
                                        <a:r>
                                          <a:rPr lang="en-US" baseline="-25000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µ1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80" name="Oval 79">
                                      <a:extLst>
                                        <a:ext uri="{FF2B5EF4-FFF2-40B4-BE49-F238E27FC236}">
                                          <a16:creationId xmlns:a16="http://schemas.microsoft.com/office/drawing/2014/main" id="{82C6BBAF-ED50-D3F9-E999-9078115FEFC0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2328131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81" name="Oval 80">
                                      <a:extLst>
                                        <a:ext uri="{FF2B5EF4-FFF2-40B4-BE49-F238E27FC236}">
                                          <a16:creationId xmlns:a16="http://schemas.microsoft.com/office/drawing/2014/main" id="{1F992BDD-EB1A-D9FC-0A9B-C29D1858FCBB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3958165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82" name="Oval 81">
                                      <a:extLst>
                                        <a:ext uri="{FF2B5EF4-FFF2-40B4-BE49-F238E27FC236}">
                                          <a16:creationId xmlns:a16="http://schemas.microsoft.com/office/drawing/2014/main" id="{FA130252-4275-1698-267C-2871E5C92633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233309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 dirty="0"/>
                                    </a:p>
                                  </p:txBody>
                                </p:sp>
                                <p:sp>
                                  <p:nvSpPr>
                                    <p:cNvPr id="83" name="Oval 82">
                                      <a:extLst>
                                        <a:ext uri="{FF2B5EF4-FFF2-40B4-BE49-F238E27FC236}">
                                          <a16:creationId xmlns:a16="http://schemas.microsoft.com/office/drawing/2014/main" id="{FD22FAC5-BE2D-0ED9-707B-39C9C76B54AA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395234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77" name="Rectangle 76">
                                    <a:extLst>
                                      <a:ext uri="{FF2B5EF4-FFF2-40B4-BE49-F238E27FC236}">
                                        <a16:creationId xmlns:a16="http://schemas.microsoft.com/office/drawing/2014/main" id="{AD047CA8-A12A-623F-D0A1-785B9049F1B5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916576" y="1180042"/>
                                    <a:ext cx="1029189" cy="181186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solidFill>
                                      <a:schemeClr val="tx1"/>
                                    </a:solidFill>
                                    <a:prstDash val="sysDot"/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8" name="TextBox 77">
                                    <a:extLst>
                                      <a:ext uri="{FF2B5EF4-FFF2-40B4-BE49-F238E27FC236}">
                                        <a16:creationId xmlns:a16="http://schemas.microsoft.com/office/drawing/2014/main" id="{E05C1897-2F51-A613-4782-B707165095A1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2130843" y="926499"/>
                                    <a:ext cx="588430" cy="27699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200" dirty="0">
                                        <a:latin typeface="Calibri" panose="020F0502020204030204" pitchFamily="34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a:t>(Ideal)</a:t>
                                    </a:r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70" name="Group 69">
                                  <a:extLst>
                                    <a:ext uri="{FF2B5EF4-FFF2-40B4-BE49-F238E27FC236}">
                                      <a16:creationId xmlns:a16="http://schemas.microsoft.com/office/drawing/2014/main" id="{8B352277-CB4B-7D5D-AF6A-0ED595BDEA21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151959" y="1290056"/>
                                  <a:ext cx="243840" cy="1472298"/>
                                  <a:chOff x="1151959" y="1290056"/>
                                  <a:chExt cx="243840" cy="1472298"/>
                                </a:xfrm>
                              </p:grpSpPr>
                              <p:sp>
                                <p:nvSpPr>
                                  <p:cNvPr id="74" name="Plus Sign 73">
                                    <a:extLst>
                                      <a:ext uri="{FF2B5EF4-FFF2-40B4-BE49-F238E27FC236}">
                                        <a16:creationId xmlns:a16="http://schemas.microsoft.com/office/drawing/2014/main" id="{EA739DDE-E97B-25A7-5EA6-96DFDC1C2682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1290056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5" name="Minus Sign 74">
                                    <a:extLst>
                                      <a:ext uri="{FF2B5EF4-FFF2-40B4-BE49-F238E27FC236}">
                                        <a16:creationId xmlns:a16="http://schemas.microsoft.com/office/drawing/2014/main" id="{F365154A-4BA3-F6EF-D1BB-440D77184334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2518514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71" name="Group 70">
                                  <a:extLst>
                                    <a:ext uri="{FF2B5EF4-FFF2-40B4-BE49-F238E27FC236}">
                                      <a16:creationId xmlns:a16="http://schemas.microsoft.com/office/drawing/2014/main" id="{B71F4EC9-4DEC-B82A-ABE0-9C6F9629A55B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 rot="10800000">
                                  <a:off x="4138489" y="1225112"/>
                                  <a:ext cx="243840" cy="1450809"/>
                                  <a:chOff x="1078242" y="1305784"/>
                                  <a:chExt cx="243840" cy="1450809"/>
                                </a:xfrm>
                              </p:grpSpPr>
                              <p:sp>
                                <p:nvSpPr>
                                  <p:cNvPr id="72" name="Plus Sign 71">
                                    <a:extLst>
                                      <a:ext uri="{FF2B5EF4-FFF2-40B4-BE49-F238E27FC236}">
                                        <a16:creationId xmlns:a16="http://schemas.microsoft.com/office/drawing/2014/main" id="{A8517D59-E144-FACA-02E6-F99961B97E85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1305784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3" name="Minus Sign 72">
                                    <a:extLst>
                                      <a:ext uri="{FF2B5EF4-FFF2-40B4-BE49-F238E27FC236}">
                                        <a16:creationId xmlns:a16="http://schemas.microsoft.com/office/drawing/2014/main" id="{A503325A-A28B-E131-0294-45D87FAB5F61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2512753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</p:grpSp>
                        </p:grpSp>
                        <p:cxnSp>
                          <p:nvCxnSpPr>
                            <p:cNvPr id="62" name="Straight Arrow Connector 61">
                              <a:extLst>
                                <a:ext uri="{FF2B5EF4-FFF2-40B4-BE49-F238E27FC236}">
                                  <a16:creationId xmlns:a16="http://schemas.microsoft.com/office/drawing/2014/main" id="{FA752CB7-90D5-E5A6-4A1E-FE7381A62D6C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1810985" y="1263508"/>
                              <a:ext cx="0" cy="401606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63" name="TextBox 62">
                              <a:extLst>
                                <a:ext uri="{FF2B5EF4-FFF2-40B4-BE49-F238E27FC236}">
                                  <a16:creationId xmlns:a16="http://schemas.microsoft.com/office/drawing/2014/main" id="{858B0FF7-A9A7-DCE9-AD25-32C26DEE135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430940" y="1229192"/>
                              <a:ext cx="485769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µ1</a:t>
                              </a:r>
                            </a:p>
                          </p:txBody>
                        </p:sp>
                        <p:cxnSp>
                          <p:nvCxnSpPr>
                            <p:cNvPr id="64" name="Straight Arrow Connector 63">
                              <a:extLst>
                                <a:ext uri="{FF2B5EF4-FFF2-40B4-BE49-F238E27FC236}">
                                  <a16:creationId xmlns:a16="http://schemas.microsoft.com/office/drawing/2014/main" id="{376885DE-E1AD-063F-FB14-555267CDD27E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2092960" y="1263508"/>
                              <a:ext cx="391160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65" name="TextBox 64">
                              <a:extLst>
                                <a:ext uri="{FF2B5EF4-FFF2-40B4-BE49-F238E27FC236}">
                                  <a16:creationId xmlns:a16="http://schemas.microsoft.com/office/drawing/2014/main" id="{9324F544-4E1F-95F2-0D1B-AF760B4C2CA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121036" y="1209626"/>
                              <a:ext cx="333023" cy="3823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1</a:t>
                              </a:r>
                            </a:p>
                          </p:txBody>
                        </p:sp>
                      </p:grpSp>
                      <p:cxnSp>
                        <p:nvCxnSpPr>
                          <p:cNvPr id="59" name="Straight Arrow Connector 58">
                            <a:extLst>
                              <a:ext uri="{FF2B5EF4-FFF2-40B4-BE49-F238E27FC236}">
                                <a16:creationId xmlns:a16="http://schemas.microsoft.com/office/drawing/2014/main" id="{1905374E-A39C-5EFF-0318-7BA54A6121D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3659119" y="2698328"/>
                            <a:ext cx="374401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60" name="TextBox 59">
                            <a:extLst>
                              <a:ext uri="{FF2B5EF4-FFF2-40B4-BE49-F238E27FC236}">
                                <a16:creationId xmlns:a16="http://schemas.microsoft.com/office/drawing/2014/main" id="{924C0592-80D3-97EC-6030-08C7B406948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700497" y="2343472"/>
                            <a:ext cx="333023" cy="3823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i</a:t>
                            </a:r>
                            <a:r>
                              <a:rPr lang="en-US" baseline="-25000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2</a:t>
                            </a:r>
                          </a:p>
                        </p:txBody>
                      </p:sp>
                    </p:grpSp>
                    <p:sp>
                      <p:nvSpPr>
                        <p:cNvPr id="14" name="Oval 13">
                          <a:extLst>
                            <a:ext uri="{FF2B5EF4-FFF2-40B4-BE49-F238E27FC236}">
                              <a16:creationId xmlns:a16="http://schemas.microsoft.com/office/drawing/2014/main" id="{8AAE01B6-07E5-CE45-15F4-4C07E3943A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1536744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27" name="Oval 26">
                          <a:extLst>
                            <a:ext uri="{FF2B5EF4-FFF2-40B4-BE49-F238E27FC236}">
                              <a16:creationId xmlns:a16="http://schemas.microsoft.com/office/drawing/2014/main" id="{86532A1F-779B-6076-C1D4-F44C5426F0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3160957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9" name="TextBox 8">
                        <a:extLst>
                          <a:ext uri="{FF2B5EF4-FFF2-40B4-BE49-F238E27FC236}">
                            <a16:creationId xmlns:a16="http://schemas.microsoft.com/office/drawing/2014/main" id="{E67868FB-FFC1-D906-04F4-39D32F3516A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5080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C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3" name="TextBox 12">
                        <a:extLst>
                          <a:ext uri="{FF2B5EF4-FFF2-40B4-BE49-F238E27FC236}">
                            <a16:creationId xmlns:a16="http://schemas.microsoft.com/office/drawing/2014/main" id="{9C4EC71A-8CF0-5E6A-795E-541B64B7A12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23424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R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</p:grp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8E435A01-05DC-79DC-F751-C5770FF46A37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1595807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CB300B61-D3DC-0A7C-E1CC-97EA9F69BB52}"/>
                      </a:ext>
                    </a:extLst>
                  </p:cNvPr>
                  <p:cNvSpPr txBox="1"/>
                  <p:nvPr/>
                </p:nvSpPr>
                <p:spPr>
                  <a:xfrm>
                    <a:off x="9553942" y="2192923"/>
                    <a:ext cx="61772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V</a:t>
                    </a:r>
                    <a:r>
                      <a:rPr lang="en-US" baseline="-25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OUT</a:t>
                    </a:r>
                  </a:p>
                </p:txBody>
              </p:sp>
              <p:sp>
                <p:nvSpPr>
                  <p:cNvPr id="44" name="Plus Sign 43">
                    <a:extLst>
                      <a:ext uri="{FF2B5EF4-FFF2-40B4-BE49-F238E27FC236}">
                        <a16:creationId xmlns:a16="http://schemas.microsoft.com/office/drawing/2014/main" id="{FD351730-68E1-25BA-00F6-B1D204DA2D42}"/>
                      </a:ext>
                    </a:extLst>
                  </p:cNvPr>
                  <p:cNvSpPr/>
                  <p:nvPr/>
                </p:nvSpPr>
                <p:spPr>
                  <a:xfrm>
                    <a:off x="9726251" y="1693568"/>
                    <a:ext cx="243840" cy="243840"/>
                  </a:xfrm>
                  <a:prstGeom prst="mathPl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" name="Minus Sign 91">
                    <a:extLst>
                      <a:ext uri="{FF2B5EF4-FFF2-40B4-BE49-F238E27FC236}">
                        <a16:creationId xmlns:a16="http://schemas.microsoft.com/office/drawing/2014/main" id="{C7033D32-3A6C-535A-4380-3B88E0182CAA}"/>
                      </a:ext>
                    </a:extLst>
                  </p:cNvPr>
                  <p:cNvSpPr/>
                  <p:nvPr/>
                </p:nvSpPr>
                <p:spPr>
                  <a:xfrm>
                    <a:off x="9714553" y="2895644"/>
                    <a:ext cx="243840" cy="243840"/>
                  </a:xfrm>
                  <a:prstGeom prst="mathMin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778FE212-3626-2274-62FE-A1E3E6784F94}"/>
                    </a:ext>
                  </a:extLst>
                </p:cNvPr>
                <p:cNvSpPr/>
                <p:nvPr/>
              </p:nvSpPr>
              <p:spPr>
                <a:xfrm>
                  <a:off x="9793048" y="1540773"/>
                  <a:ext cx="110068" cy="1100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29222F33-E3FB-BFAF-F93A-330030A2AD0E}"/>
                    </a:ext>
                  </a:extLst>
                </p:cNvPr>
                <p:cNvGrpSpPr/>
                <p:nvPr/>
              </p:nvGrpSpPr>
              <p:grpSpPr>
                <a:xfrm>
                  <a:off x="8842182" y="3164986"/>
                  <a:ext cx="1060934" cy="110068"/>
                  <a:chOff x="8842182" y="3164986"/>
                  <a:chExt cx="1060934" cy="110068"/>
                </a:xfrm>
              </p:grpSpPr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18720C68-80EF-AF1D-733D-D95D09BCC758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3215991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ED4B7DFD-58C7-28B2-6297-310DC88857CB}"/>
                      </a:ext>
                    </a:extLst>
                  </p:cNvPr>
                  <p:cNvSpPr/>
                  <p:nvPr/>
                </p:nvSpPr>
                <p:spPr>
                  <a:xfrm>
                    <a:off x="9793048" y="3164986"/>
                    <a:ext cx="110068" cy="110068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68B7E4F-26BF-BFF8-D1F7-707486ABF757}"/>
                  </a:ext>
                </a:extLst>
              </p:cNvPr>
              <p:cNvSpPr/>
              <p:nvPr/>
            </p:nvSpPr>
            <p:spPr>
              <a:xfrm>
                <a:off x="2798765" y="4405490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3FCD8B4-83FD-360A-EE1F-D75B4139346A}"/>
                  </a:ext>
                </a:extLst>
              </p:cNvPr>
              <p:cNvSpPr/>
              <p:nvPr/>
            </p:nvSpPr>
            <p:spPr>
              <a:xfrm>
                <a:off x="2798765" y="3772396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10757AF-7A32-FE71-9F52-FF5DA136CB6A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H="1" flipV="1">
                <a:off x="2447925" y="3911600"/>
                <a:ext cx="405874" cy="49389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33202ED-E98B-B146-E310-8860EC1A4B0E}"/>
                </a:ext>
              </a:extLst>
            </p:cNvPr>
            <p:cNvSpPr txBox="1"/>
            <p:nvPr/>
          </p:nvSpPr>
          <p:spPr>
            <a:xfrm>
              <a:off x="7842397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2FAE57C-27A6-F735-35D6-75AE0CABD294}"/>
                </a:ext>
              </a:extLst>
            </p:cNvPr>
            <p:cNvCxnSpPr>
              <a:cxnSpLocks/>
            </p:cNvCxnSpPr>
            <p:nvPr/>
          </p:nvCxnSpPr>
          <p:spPr>
            <a:xfrm>
              <a:off x="7841702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8DA110F-C1BF-0A03-ED06-6355DEF33A46}"/>
                </a:ext>
              </a:extLst>
            </p:cNvPr>
            <p:cNvSpPr txBox="1"/>
            <p:nvPr/>
          </p:nvSpPr>
          <p:spPr>
            <a:xfrm>
              <a:off x="8808732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4D24994-BF4F-EDC7-620E-E25458FEE577}"/>
                </a:ext>
              </a:extLst>
            </p:cNvPr>
            <p:cNvCxnSpPr>
              <a:cxnSpLocks/>
            </p:cNvCxnSpPr>
            <p:nvPr/>
          </p:nvCxnSpPr>
          <p:spPr>
            <a:xfrm>
              <a:off x="8740046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itle 94">
            <a:extLst>
              <a:ext uri="{FF2B5EF4-FFF2-40B4-BE49-F238E27FC236}">
                <a16:creationId xmlns:a16="http://schemas.microsoft.com/office/drawing/2014/main" id="{61409693-9E1A-D110-0579-85ED1DEB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Flyback Converter at Periodic Steady-State: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Discontinuous Conduction Mode (DCM)</a:t>
            </a:r>
          </a:p>
        </p:txBody>
      </p:sp>
      <p:sp>
        <p:nvSpPr>
          <p:cNvPr id="20" name="Arrow: Curved Up 19">
            <a:extLst>
              <a:ext uri="{FF2B5EF4-FFF2-40B4-BE49-F238E27FC236}">
                <a16:creationId xmlns:a16="http://schemas.microsoft.com/office/drawing/2014/main" id="{2153D6D2-D509-9E68-CDC1-BB893BB9E39C}"/>
              </a:ext>
            </a:extLst>
          </p:cNvPr>
          <p:cNvSpPr/>
          <p:nvPr/>
        </p:nvSpPr>
        <p:spPr>
          <a:xfrm rot="16200000" flipV="1">
            <a:off x="2716215" y="4028091"/>
            <a:ext cx="275167" cy="208661"/>
          </a:xfrm>
          <a:prstGeom prst="curvedUpArrow">
            <a:avLst>
              <a:gd name="adj1" fmla="val 25000"/>
              <a:gd name="adj2" fmla="val 63884"/>
              <a:gd name="adj3" fmla="val 326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2C0004-BA77-0ADC-F138-E84030CFCEDE}"/>
              </a:ext>
            </a:extLst>
          </p:cNvPr>
          <p:cNvSpPr txBox="1"/>
          <p:nvPr/>
        </p:nvSpPr>
        <p:spPr>
          <a:xfrm>
            <a:off x="926249" y="5132506"/>
            <a:ext cx="294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Switching Frequency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Time = 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DT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855E9E-0681-FE25-75A7-C4CFB1805251}"/>
              </a:ext>
            </a:extLst>
          </p:cNvPr>
          <p:cNvSpPr txBox="1"/>
          <p:nvPr/>
        </p:nvSpPr>
        <p:spPr>
          <a:xfrm>
            <a:off x="7358702" y="3266133"/>
            <a:ext cx="48194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Periodic steady-state condition reached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C and large enough R, so that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~ constant over switching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Magnetizing inductance L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 L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µ2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small enough, and switching period 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long enough, so that magnetizing currents decay to zero during switching cycle (called discontinuous conduction mode i.e. DCM)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C79971-90A2-C036-CF01-CE5F65FC617E}"/>
              </a:ext>
            </a:extLst>
          </p:cNvPr>
          <p:cNvCxnSpPr>
            <a:cxnSpLocks/>
          </p:cNvCxnSpPr>
          <p:nvPr/>
        </p:nvCxnSpPr>
        <p:spPr>
          <a:xfrm flipH="1" flipV="1">
            <a:off x="3822511" y="2347380"/>
            <a:ext cx="354289" cy="962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F64D94F-D283-3012-7FB5-F0CCC305FC20}"/>
              </a:ext>
            </a:extLst>
          </p:cNvPr>
          <p:cNvSpPr txBox="1"/>
          <p:nvPr/>
        </p:nvSpPr>
        <p:spPr>
          <a:xfrm>
            <a:off x="3574166" y="3270116"/>
            <a:ext cx="34263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magnetic energy in magnetizing inductance when switch 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closed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energy to load when switch is open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galvanic isolation and use turns ratio for flexibility in achieving high voltage conversion ratios</a:t>
            </a:r>
          </a:p>
        </p:txBody>
      </p:sp>
    </p:spTree>
    <p:extLst>
      <p:ext uri="{BB962C8B-B14F-4D97-AF65-F5344CB8AC3E}">
        <p14:creationId xmlns:p14="http://schemas.microsoft.com/office/powerpoint/2010/main" val="598294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4F72-A0A0-289F-D72B-43EB2ECF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920AF7ED-C770-D2C7-6BB5-0ED140FFD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58" y="226353"/>
            <a:ext cx="11347422" cy="63076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Flyback Converter at Periodic Steady-State: Discontinuous Conduction Mode (DCM)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31A198-8CBD-135C-1B38-180A95D2A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9" y="848261"/>
            <a:ext cx="3379460" cy="1480323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1ABBB5D0-BDA6-FD57-613F-98ADB522596D}"/>
              </a:ext>
            </a:extLst>
          </p:cNvPr>
          <p:cNvGrpSpPr/>
          <p:nvPr/>
        </p:nvGrpSpPr>
        <p:grpSpPr>
          <a:xfrm>
            <a:off x="346044" y="4541075"/>
            <a:ext cx="2338157" cy="2005436"/>
            <a:chOff x="3160923" y="3052234"/>
            <a:chExt cx="2338157" cy="2005436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5166DA9-FFA5-C9E9-0918-CB66124CA0D5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CB2ADDC-5B60-A3F8-73AB-4049AE0CED90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151B6B4-AC0B-67AF-7844-DFA78C5A7A9B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B6D2347-4A39-B5D4-17DF-9A7E676E7111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44845259-1D77-287B-BAFF-87A7A7143E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9553E277-088D-F889-E804-7F2010255E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C54AD00-A9DD-410C-5CB1-39132321E3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161B558-C3C2-33CA-F54C-BD37F85BD4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CD4FB3DB-A680-60CE-FB6E-8E75FD3A62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E1D77F67-C58D-69A9-C4F4-51215D34CD4F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E1D77F67-C58D-69A9-C4F4-51215D34CD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9130" r="-3478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81BB2D62-C9A8-27CD-1E35-58163B7AB528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81BB2D62-C9A8-27CD-1E35-58163B7AB5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3077" r="-1025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B7B040F9-31BF-F281-5D70-C03A74B2CC92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B7B040F9-31BF-F281-5D70-C03A74B2CC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0000" r="-7500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330EF92E-DCE8-5967-A67E-3383ADC1F097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330EF92E-DCE8-5967-A67E-3383ADC1F0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0513" r="-769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23E4DB2-DC66-3074-D2CF-CD232BC1CA42}"/>
              </a:ext>
            </a:extLst>
          </p:cNvPr>
          <p:cNvGrpSpPr/>
          <p:nvPr/>
        </p:nvGrpSpPr>
        <p:grpSpPr>
          <a:xfrm>
            <a:off x="9296839" y="2454282"/>
            <a:ext cx="2338157" cy="2005436"/>
            <a:chOff x="3160923" y="3052234"/>
            <a:chExt cx="2338157" cy="2005436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6A163DFC-5D27-E83D-27E5-9769FDAD1494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1136DD14-0346-A405-F532-8F1D13FAEF57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B7D6125A-D3C1-6500-C714-49C7467F997D}"/>
                </a:ext>
              </a:extLst>
            </p:cNvPr>
            <p:cNvCxnSpPr>
              <a:cxnSpLocks/>
            </p:cNvCxnSpPr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96E5B0B-D902-F69A-2EAF-2FFD7A0A8E5C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AAF328E7-1371-F4FE-6A83-6B8741E9C2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AE673281-649E-2DDD-AC52-407D00915D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2C199B52-8B34-58A2-ECE5-51EE1B6FF7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FC51F3D-E735-B423-15A2-204CEE27EA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DD07CB45-8D8D-AE75-6157-71D5659C96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32345FDA-2779-BA29-F451-5014A88D8CAA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32345FDA-2779-BA29-F451-5014A88D8C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333" r="-33333" b="-444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5C8C126-CA8C-BFB1-F884-1FC1927D0C77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5C8C126-CA8C-BFB1-F884-1FC1927D0C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2500" r="-7500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id="{5DCEED3C-594F-CAEF-6B1A-00408E67DDDA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id="{5DCEED3C-594F-CAEF-6B1A-00408E67DD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3077" r="-1025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18BEF82D-BC15-A2A6-9622-5A66FE977827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18BEF82D-BC15-A2A6-9622-5A66FE9778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3077" r="-769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928127A-86A9-AA13-0CD7-6374D321B746}"/>
              </a:ext>
            </a:extLst>
          </p:cNvPr>
          <p:cNvGrpSpPr/>
          <p:nvPr/>
        </p:nvGrpSpPr>
        <p:grpSpPr>
          <a:xfrm>
            <a:off x="3264111" y="2365585"/>
            <a:ext cx="2338157" cy="2005436"/>
            <a:chOff x="3160923" y="3052234"/>
            <a:chExt cx="2338157" cy="2005436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CFAECE42-5F36-67B5-EC3C-E33F28BC0BF9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07BCF50-F99B-0A25-21AC-4E017CF85042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F54F63E-4566-BA50-3409-40A5D65FAE36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B689BDE0-E21F-D27D-B371-32D2CF1F40A1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28D6B809-75EA-343E-4F2C-F25A192A40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>
                <a:extLst>
                  <a:ext uri="{FF2B5EF4-FFF2-40B4-BE49-F238E27FC236}">
                    <a16:creationId xmlns:a16="http://schemas.microsoft.com/office/drawing/2014/main" id="{6699C796-E52E-F923-A01F-A5443A0F5A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541D7DD6-FE0F-88B6-06B8-CCD1469FEF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4026E611-8A03-B405-5E52-9508899036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4069329"/>
                <a:ext cx="0" cy="98834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E72501DB-7805-E41F-CEBB-68C622C2D3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3B62A76-2D2B-3130-B451-32E6D0853211}"/>
              </a:ext>
            </a:extLst>
          </p:cNvPr>
          <p:cNvCxnSpPr/>
          <p:nvPr/>
        </p:nvCxnSpPr>
        <p:spPr>
          <a:xfrm>
            <a:off x="346044" y="4957084"/>
            <a:ext cx="56705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67BAF3F-6477-C458-F6D5-76D8F06DFE7A}"/>
              </a:ext>
            </a:extLst>
          </p:cNvPr>
          <p:cNvCxnSpPr>
            <a:cxnSpLocks/>
          </p:cNvCxnSpPr>
          <p:nvPr/>
        </p:nvCxnSpPr>
        <p:spPr>
          <a:xfrm>
            <a:off x="913099" y="4935917"/>
            <a:ext cx="0" cy="120650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491C2EFC-5D5B-F58C-30D1-A236A5D85DC8}"/>
              </a:ext>
            </a:extLst>
          </p:cNvPr>
          <p:cNvCxnSpPr>
            <a:cxnSpLocks/>
          </p:cNvCxnSpPr>
          <p:nvPr/>
        </p:nvCxnSpPr>
        <p:spPr>
          <a:xfrm>
            <a:off x="913099" y="6117018"/>
            <a:ext cx="628120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8E051960-C028-231F-6789-6562E647325C}"/>
              </a:ext>
            </a:extLst>
          </p:cNvPr>
          <p:cNvCxnSpPr>
            <a:cxnSpLocks/>
          </p:cNvCxnSpPr>
          <p:nvPr/>
        </p:nvCxnSpPr>
        <p:spPr>
          <a:xfrm>
            <a:off x="1541219" y="5521039"/>
            <a:ext cx="0" cy="62137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8414F5DF-6F4C-FE2B-4861-33893B356317}"/>
              </a:ext>
            </a:extLst>
          </p:cNvPr>
          <p:cNvCxnSpPr>
            <a:cxnSpLocks/>
          </p:cNvCxnSpPr>
          <p:nvPr/>
        </p:nvCxnSpPr>
        <p:spPr>
          <a:xfrm flipH="1">
            <a:off x="1541219" y="5551572"/>
            <a:ext cx="71543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FA35F44-603E-D8C4-E3F5-B6CC72FDE328}"/>
              </a:ext>
            </a:extLst>
          </p:cNvPr>
          <p:cNvGrpSpPr/>
          <p:nvPr/>
        </p:nvGrpSpPr>
        <p:grpSpPr>
          <a:xfrm>
            <a:off x="59768" y="2361050"/>
            <a:ext cx="2619946" cy="2021311"/>
            <a:chOff x="53436" y="2452075"/>
            <a:chExt cx="2619946" cy="2021311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D8C2BA3-C0D1-ED0E-4C03-B7B254587A7A}"/>
                </a:ext>
              </a:extLst>
            </p:cNvPr>
            <p:cNvGrpSpPr/>
            <p:nvPr/>
          </p:nvGrpSpPr>
          <p:grpSpPr>
            <a:xfrm>
              <a:off x="335225" y="2467950"/>
              <a:ext cx="2338157" cy="2005436"/>
              <a:chOff x="3160923" y="3052234"/>
              <a:chExt cx="2338157" cy="2005436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CC3575E1-7247-CC08-97AA-D4573E508E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6E4058D8-21B0-B949-1122-A122CB8D3CC9}"/>
                  </a:ext>
                </a:extLst>
              </p:cNvPr>
              <p:cNvCxnSpPr/>
              <p:nvPr/>
            </p:nvCxnSpPr>
            <p:spPr>
              <a:xfrm>
                <a:off x="3756235" y="4220633"/>
                <a:ext cx="56705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2A5E5C5-AA15-51F6-B697-5C060FC1274A}"/>
                  </a:ext>
                </a:extLst>
              </p:cNvPr>
              <p:cNvCxnSpPr/>
              <p:nvPr/>
            </p:nvCxnSpPr>
            <p:spPr>
              <a:xfrm>
                <a:off x="3160923" y="4220633"/>
                <a:ext cx="56705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E6900A6-A824-2491-A38A-BD28FE0F1C39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554566FB-8DFA-D80B-029C-07D5B96E97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B7B22898-7CAE-867C-CF00-11362F4B2E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A7C1533D-40BF-86EC-1DFF-1AA76E7A27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27978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1CE473E6-3508-CEAC-E3A6-7AD373C9D0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56098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7AE2DD5F-8EDC-2821-EAC1-196B4E4B0D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8863CA2C-8BCB-427E-ED7C-E5F6C0D15B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8863CA2C-8BCB-427E-ED7C-E5F6C0D15B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33333" r="-3333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177E3326-E890-26D7-538F-BB6D4429B7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6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177E3326-E890-26D7-538F-BB6D4429B7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6" cy="2769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25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1E0A2746-7DB7-EF77-62C5-78E69C8D17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1140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1E0A2746-7DB7-EF77-62C5-78E69C8D17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1140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23077" r="-1025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AFECFA8F-84C3-63F4-E984-599C1495B2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93020" y="4082997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AFECFA8F-84C3-63F4-E984-599C1495B2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93020" y="4082997"/>
                      <a:ext cx="236475" cy="276999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23684" r="-1052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B8C15E1-71D1-EFA4-C964-11ADD1E39B51}"/>
                </a:ext>
              </a:extLst>
            </p:cNvPr>
            <p:cNvCxnSpPr/>
            <p:nvPr/>
          </p:nvCxnSpPr>
          <p:spPr>
            <a:xfrm>
              <a:off x="335224" y="3303228"/>
              <a:ext cx="56705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05905FF-F2D8-1705-6F44-ECCA74C14FE1}"/>
                </a:ext>
              </a:extLst>
            </p:cNvPr>
            <p:cNvCxnSpPr>
              <a:cxnSpLocks/>
            </p:cNvCxnSpPr>
            <p:nvPr/>
          </p:nvCxnSpPr>
          <p:spPr>
            <a:xfrm>
              <a:off x="902280" y="3281363"/>
              <a:ext cx="0" cy="54557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763BD7DF-09DF-47CE-CA0F-88505AAA2EAE}"/>
                </a:ext>
              </a:extLst>
            </p:cNvPr>
            <p:cNvCxnSpPr>
              <a:cxnSpLocks/>
            </p:cNvCxnSpPr>
            <p:nvPr/>
          </p:nvCxnSpPr>
          <p:spPr>
            <a:xfrm>
              <a:off x="873125" y="3806404"/>
              <a:ext cx="687650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A594734-D0FF-39CB-8B24-A55D8A780F15}"/>
                </a:ext>
              </a:extLst>
            </p:cNvPr>
            <p:cNvCxnSpPr>
              <a:cxnSpLocks/>
            </p:cNvCxnSpPr>
            <p:nvPr/>
          </p:nvCxnSpPr>
          <p:spPr>
            <a:xfrm>
              <a:off x="1530400" y="3446855"/>
              <a:ext cx="0" cy="380078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C58F8738-099B-E0FF-ED7C-50233A483F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0400" y="3477388"/>
              <a:ext cx="71543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15F889E0-8E5F-EEF4-C977-B2F786919A24}"/>
                    </a:ext>
                  </a:extLst>
                </p:cNvPr>
                <p:cNvSpPr txBox="1"/>
                <p:nvPr/>
              </p:nvSpPr>
              <p:spPr>
                <a:xfrm>
                  <a:off x="717457" y="3909785"/>
                  <a:ext cx="939979" cy="3516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15F889E0-8E5F-EEF4-C977-B2F786919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57" y="3909785"/>
                  <a:ext cx="939979" cy="351699"/>
                </a:xfrm>
                <a:prstGeom prst="rect">
                  <a:avLst/>
                </a:prstGeom>
                <a:blipFill>
                  <a:blip r:embed="rId20"/>
                  <a:stretch>
                    <a:fillRect l="-1948" t="-5172" r="-6494" b="-103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926E4D11-BFBF-8B3A-11F2-1743EFC683BF}"/>
                    </a:ext>
                  </a:extLst>
                </p:cNvPr>
                <p:cNvSpPr txBox="1"/>
                <p:nvPr/>
              </p:nvSpPr>
              <p:spPr>
                <a:xfrm>
                  <a:off x="392364" y="3080820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926E4D11-BFBF-8B3A-11F2-1743EFC683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64" y="3080820"/>
                  <a:ext cx="436853" cy="184666"/>
                </a:xfrm>
                <a:prstGeom prst="rect">
                  <a:avLst/>
                </a:prstGeom>
                <a:blipFill>
                  <a:blip r:embed="rId21"/>
                  <a:stretch>
                    <a:fillRect b="-967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CEE4D49E-BC3B-6021-02DA-39747A5A685A}"/>
                    </a:ext>
                  </a:extLst>
                </p:cNvPr>
                <p:cNvSpPr txBox="1"/>
                <p:nvPr/>
              </p:nvSpPr>
              <p:spPr>
                <a:xfrm>
                  <a:off x="1676422" y="3223904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CEE4D49E-BC3B-6021-02DA-39747A5A68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22" y="3223904"/>
                  <a:ext cx="436853" cy="184666"/>
                </a:xfrm>
                <a:prstGeom prst="rect">
                  <a:avLst/>
                </a:prstGeom>
                <a:blipFill>
                  <a:blip r:embed="rId22"/>
                  <a:stretch>
                    <a:fillRect b="-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B34426D-D9D3-EC1C-375A-9A602F751489}"/>
                    </a:ext>
                  </a:extLst>
                </p:cNvPr>
                <p:cNvSpPr txBox="1"/>
                <p:nvPr/>
              </p:nvSpPr>
              <p:spPr>
                <a:xfrm>
                  <a:off x="53436" y="2452075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B34426D-D9D3-EC1C-375A-9A602F751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36" y="2452075"/>
                  <a:ext cx="222183" cy="246221"/>
                </a:xfrm>
                <a:prstGeom prst="rect">
                  <a:avLst/>
                </a:prstGeom>
                <a:blipFill>
                  <a:blip r:embed="rId23"/>
                  <a:stretch>
                    <a:fillRect l="-33333" r="-19444" b="-146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65DAE3D8-5D10-31DA-1FE6-BD984D07285D}"/>
                  </a:ext>
                </a:extLst>
              </p:cNvPr>
              <p:cNvSpPr txBox="1"/>
              <p:nvPr/>
            </p:nvSpPr>
            <p:spPr>
              <a:xfrm>
                <a:off x="48981" y="4541074"/>
                <a:ext cx="222183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65DAE3D8-5D10-31DA-1FE6-BD984D072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1" y="4541074"/>
                <a:ext cx="222183" cy="246221"/>
              </a:xfrm>
              <a:prstGeom prst="rect">
                <a:avLst/>
              </a:prstGeom>
              <a:blipFill>
                <a:blip r:embed="rId24"/>
                <a:stretch>
                  <a:fillRect l="-30556" r="-22222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795638C8-38DF-A0BA-0C9B-D04E07480956}"/>
                  </a:ext>
                </a:extLst>
              </p:cNvPr>
              <p:cNvSpPr txBox="1"/>
              <p:nvPr/>
            </p:nvSpPr>
            <p:spPr>
              <a:xfrm>
                <a:off x="492086" y="4713477"/>
                <a:ext cx="282546" cy="1870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𝐼𝑁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795638C8-38DF-A0BA-0C9B-D04E07480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86" y="4713477"/>
                <a:ext cx="282546" cy="187021"/>
              </a:xfrm>
              <a:prstGeom prst="rect">
                <a:avLst/>
              </a:prstGeom>
              <a:blipFill>
                <a:blip r:embed="rId25"/>
                <a:stretch>
                  <a:fillRect l="-15217" r="-17391" b="-96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A19E45F3-576C-FEC9-DE9B-C0E167173A7D}"/>
                  </a:ext>
                </a:extLst>
              </p:cNvPr>
              <p:cNvSpPr txBox="1"/>
              <p:nvPr/>
            </p:nvSpPr>
            <p:spPr>
              <a:xfrm>
                <a:off x="701682" y="6260562"/>
                <a:ext cx="939979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𝑂𝑈𝑇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A19E45F3-576C-FEC9-DE9B-C0E167173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82" y="6260562"/>
                <a:ext cx="939979" cy="184666"/>
              </a:xfrm>
              <a:prstGeom prst="rect">
                <a:avLst/>
              </a:prstGeom>
              <a:blipFill>
                <a:blip r:embed="rId26"/>
                <a:stretch>
                  <a:fillRect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5C762D23-834C-6257-7801-45F7E13B85C1}"/>
                  </a:ext>
                </a:extLst>
              </p:cNvPr>
              <p:cNvSpPr txBox="1"/>
              <p:nvPr/>
            </p:nvSpPr>
            <p:spPr>
              <a:xfrm>
                <a:off x="1687241" y="5318354"/>
                <a:ext cx="436853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5C762D23-834C-6257-7801-45F7E13B8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241" y="5318354"/>
                <a:ext cx="436853" cy="184666"/>
              </a:xfrm>
              <a:prstGeom prst="rect">
                <a:avLst/>
              </a:prstGeom>
              <a:blipFill>
                <a:blip r:embed="rId27"/>
                <a:stretch>
                  <a:fillRect b="-3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0B33948-7D48-4208-57E9-AFB73FF2023E}"/>
              </a:ext>
            </a:extLst>
          </p:cNvPr>
          <p:cNvCxnSpPr>
            <a:cxnSpLocks/>
          </p:cNvCxnSpPr>
          <p:nvPr/>
        </p:nvCxnSpPr>
        <p:spPr>
          <a:xfrm flipV="1">
            <a:off x="3264111" y="2656710"/>
            <a:ext cx="56705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26142CB8-9E22-3DE1-0AA3-72F6BE6007AB}"/>
              </a:ext>
            </a:extLst>
          </p:cNvPr>
          <p:cNvCxnSpPr>
            <a:cxnSpLocks/>
          </p:cNvCxnSpPr>
          <p:nvPr/>
        </p:nvCxnSpPr>
        <p:spPr>
          <a:xfrm flipH="1" flipV="1">
            <a:off x="3809336" y="2656710"/>
            <a:ext cx="66323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476B4A61-474B-1535-7729-78E189AA5F2D}"/>
                  </a:ext>
                </a:extLst>
              </p:cNvPr>
              <p:cNvSpPr txBox="1"/>
              <p:nvPr/>
            </p:nvSpPr>
            <p:spPr>
              <a:xfrm>
                <a:off x="2909832" y="2349710"/>
                <a:ext cx="222183" cy="2771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476B4A61-474B-1535-7729-78E189AA5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832" y="2349710"/>
                <a:ext cx="222183" cy="277127"/>
              </a:xfrm>
              <a:prstGeom prst="rect">
                <a:avLst/>
              </a:prstGeom>
              <a:blipFill>
                <a:blip r:embed="rId28"/>
                <a:stretch>
                  <a:fillRect l="-29730" r="-32432" b="-15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5CDAB91B-1076-FB66-BBF2-40E6D15AB68F}"/>
                  </a:ext>
                </a:extLst>
              </p:cNvPr>
              <p:cNvSpPr txBox="1"/>
              <p:nvPr/>
            </p:nvSpPr>
            <p:spPr>
              <a:xfrm flipH="1">
                <a:off x="3253952" y="2629798"/>
                <a:ext cx="295111" cy="403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5CDAB91B-1076-FB66-BBF2-40E6D15AB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253952" y="2629798"/>
                <a:ext cx="295111" cy="403638"/>
              </a:xfrm>
              <a:prstGeom prst="rect">
                <a:avLst/>
              </a:prstGeom>
              <a:blipFill>
                <a:blip r:embed="rId29"/>
                <a:stretch>
                  <a:fillRect l="-8333" t="-1493" r="-2083" b="-74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7064A0DB-5AB6-DF8C-8A68-539FA578830F}"/>
              </a:ext>
            </a:extLst>
          </p:cNvPr>
          <p:cNvCxnSpPr>
            <a:cxnSpLocks/>
          </p:cNvCxnSpPr>
          <p:nvPr/>
        </p:nvCxnSpPr>
        <p:spPr>
          <a:xfrm>
            <a:off x="3396208" y="3178998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4D8E2C6-2557-08F0-D784-175EE9E272D8}"/>
              </a:ext>
            </a:extLst>
          </p:cNvPr>
          <p:cNvCxnSpPr>
            <a:cxnSpLocks/>
          </p:cNvCxnSpPr>
          <p:nvPr/>
        </p:nvCxnSpPr>
        <p:spPr>
          <a:xfrm flipV="1">
            <a:off x="3646997" y="2911477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0859C1B0-7BB0-7246-6710-B0CAED092B97}"/>
              </a:ext>
            </a:extLst>
          </p:cNvPr>
          <p:cNvCxnSpPr>
            <a:cxnSpLocks/>
          </p:cNvCxnSpPr>
          <p:nvPr/>
        </p:nvCxnSpPr>
        <p:spPr>
          <a:xfrm>
            <a:off x="3610582" y="2641236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AC3EDE4E-A7C8-8276-7425-90F9CAF2B5DB}"/>
              </a:ext>
            </a:extLst>
          </p:cNvPr>
          <p:cNvCxnSpPr>
            <a:cxnSpLocks/>
          </p:cNvCxnSpPr>
          <p:nvPr/>
        </p:nvCxnSpPr>
        <p:spPr>
          <a:xfrm>
            <a:off x="4009495" y="3163121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2C04FB21-029C-2372-703C-E8DCE288D508}"/>
              </a:ext>
            </a:extLst>
          </p:cNvPr>
          <p:cNvCxnSpPr>
            <a:cxnSpLocks/>
          </p:cNvCxnSpPr>
          <p:nvPr/>
        </p:nvCxnSpPr>
        <p:spPr>
          <a:xfrm flipV="1">
            <a:off x="4009589" y="2895600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F4FA73D-1F09-D8B3-6E0C-A6D222CEE7C6}"/>
                  </a:ext>
                </a:extLst>
              </p:cNvPr>
              <p:cNvSpPr txBox="1"/>
              <p:nvPr/>
            </p:nvSpPr>
            <p:spPr>
              <a:xfrm flipH="1">
                <a:off x="4176653" y="2761764"/>
                <a:ext cx="939919" cy="415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F4FA73D-1F09-D8B3-6E0C-A6D222CEE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76653" y="2761764"/>
                <a:ext cx="939919" cy="415948"/>
              </a:xfrm>
              <a:prstGeom prst="rect">
                <a:avLst/>
              </a:prstGeom>
              <a:blipFill>
                <a:blip r:embed="rId30"/>
                <a:stretch>
                  <a:fillRect l="-2597" t="-4412" r="-10390" b="-73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9F1F58D3-8AEB-65B7-96BD-F9A9918A6C3B}"/>
              </a:ext>
            </a:extLst>
          </p:cNvPr>
          <p:cNvCxnSpPr>
            <a:cxnSpLocks/>
          </p:cNvCxnSpPr>
          <p:nvPr/>
        </p:nvCxnSpPr>
        <p:spPr>
          <a:xfrm flipH="1">
            <a:off x="3816818" y="2469186"/>
            <a:ext cx="103822" cy="1573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6B94ED5F-DD0D-1CFE-3EDC-23B9B9D85EF5}"/>
                  </a:ext>
                </a:extLst>
              </p:cNvPr>
              <p:cNvSpPr txBox="1"/>
              <p:nvPr/>
            </p:nvSpPr>
            <p:spPr>
              <a:xfrm flipH="1">
                <a:off x="3430799" y="2087089"/>
                <a:ext cx="1048547" cy="398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6B94ED5F-DD0D-1CFE-3EDC-23B9B9D85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30799" y="2087089"/>
                <a:ext cx="1048547" cy="398827"/>
              </a:xfrm>
              <a:prstGeom prst="rect">
                <a:avLst/>
              </a:prstGeom>
              <a:blipFill>
                <a:blip r:embed="rId31"/>
                <a:stretch>
                  <a:fillRect t="-1515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3F03598B-9A0F-124B-2EBE-0A9FCAD947E2}"/>
              </a:ext>
            </a:extLst>
          </p:cNvPr>
          <p:cNvCxnSpPr>
            <a:cxnSpLocks/>
          </p:cNvCxnSpPr>
          <p:nvPr/>
        </p:nvCxnSpPr>
        <p:spPr>
          <a:xfrm flipH="1">
            <a:off x="4436003" y="3375023"/>
            <a:ext cx="73871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8A26F684-0DFB-EC17-CF34-6A9C49F146F8}"/>
              </a:ext>
            </a:extLst>
          </p:cNvPr>
          <p:cNvGrpSpPr/>
          <p:nvPr/>
        </p:nvGrpSpPr>
        <p:grpSpPr>
          <a:xfrm>
            <a:off x="3253796" y="4525200"/>
            <a:ext cx="2351285" cy="2005436"/>
            <a:chOff x="3147795" y="3052234"/>
            <a:chExt cx="2351285" cy="2005436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25B7A759-AB16-FFB6-C762-D6EB2FDB9AB2}"/>
                </a:ext>
              </a:extLst>
            </p:cNvPr>
            <p:cNvCxnSpPr>
              <a:cxnSpLocks/>
            </p:cNvCxnSpPr>
            <p:nvPr/>
          </p:nvCxnSpPr>
          <p:spPr>
            <a:xfrm>
              <a:off x="4373345" y="3860466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03001474-33FF-C022-478D-2D79BA2ABF05}"/>
                </a:ext>
              </a:extLst>
            </p:cNvPr>
            <p:cNvCxnSpPr/>
            <p:nvPr/>
          </p:nvCxnSpPr>
          <p:spPr>
            <a:xfrm>
              <a:off x="3784848" y="385818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E29D7FAA-3F90-06BE-A7D3-BF4009DB3D32}"/>
                </a:ext>
              </a:extLst>
            </p:cNvPr>
            <p:cNvCxnSpPr/>
            <p:nvPr/>
          </p:nvCxnSpPr>
          <p:spPr>
            <a:xfrm>
              <a:off x="3147795" y="3860466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FA85869D-A393-1ABB-1BB0-37D08C82AFA3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211" name="Straight Arrow Connector 210">
                <a:extLst>
                  <a:ext uri="{FF2B5EF4-FFF2-40B4-BE49-F238E27FC236}">
                    <a16:creationId xmlns:a16="http://schemas.microsoft.com/office/drawing/2014/main" id="{91CABF42-29D6-4152-133D-8C7F01D7EB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2" name="Straight Arrow Connector 211">
                <a:extLst>
                  <a:ext uri="{FF2B5EF4-FFF2-40B4-BE49-F238E27FC236}">
                    <a16:creationId xmlns:a16="http://schemas.microsoft.com/office/drawing/2014/main" id="{E062A01B-890F-29F7-199C-49E98BF87C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7C926AFD-F98C-7B87-AF5F-BD3D44599B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B45A33B5-F76A-3A9B-6251-7E18B453FE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3403834"/>
                <a:ext cx="0" cy="89535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E544E52D-C0BF-5CB2-9A3D-EB5207CD54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392722"/>
                <a:ext cx="0" cy="925512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CB226F20-7486-5532-5B0E-7A841A2F86DF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CB226F20-7486-5532-5B0E-7A841A2F86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39130" r="-3478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64C010CA-2DD4-4693-4ACB-1687C21D0962}"/>
                      </a:ext>
                    </a:extLst>
                  </p:cNvPr>
                  <p:cNvSpPr txBox="1"/>
                  <p:nvPr/>
                </p:nvSpPr>
                <p:spPr>
                  <a:xfrm>
                    <a:off x="4579790" y="3722830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64C010CA-2DD4-4693-4ACB-1687C21D09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79790" y="3722830"/>
                    <a:ext cx="241796" cy="276999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23077" r="-10256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9A048CC5-1DD1-C161-D7C6-F98E475DAAA3}"/>
                      </a:ext>
                    </a:extLst>
                  </p:cNvPr>
                  <p:cNvSpPr txBox="1"/>
                  <p:nvPr/>
                </p:nvSpPr>
                <p:spPr>
                  <a:xfrm>
                    <a:off x="3949753" y="372054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9A048CC5-1DD1-C161-D7C6-F98E475DAA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49753" y="3720547"/>
                    <a:ext cx="241797" cy="276999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l="-20000" r="-7500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470B9AB0-DB65-1241-C6F4-3DBF7A60336A}"/>
                      </a:ext>
                    </a:extLst>
                  </p:cNvPr>
                  <p:cNvSpPr txBox="1"/>
                  <p:nvPr/>
                </p:nvSpPr>
                <p:spPr>
                  <a:xfrm>
                    <a:off x="3279892" y="3722830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470B9AB0-DB65-1241-C6F4-3DBF7A6033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79892" y="3722830"/>
                    <a:ext cx="236475" cy="276999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563E1890-2FFF-E66B-4C8B-7288328449C5}"/>
              </a:ext>
            </a:extLst>
          </p:cNvPr>
          <p:cNvCxnSpPr>
            <a:cxnSpLocks/>
          </p:cNvCxnSpPr>
          <p:nvPr/>
        </p:nvCxnSpPr>
        <p:spPr>
          <a:xfrm>
            <a:off x="3266924" y="5542295"/>
            <a:ext cx="564241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B1A8087E-797F-3BC5-BCB2-76B00D3A0D12}"/>
              </a:ext>
            </a:extLst>
          </p:cNvPr>
          <p:cNvCxnSpPr>
            <a:cxnSpLocks/>
          </p:cNvCxnSpPr>
          <p:nvPr/>
        </p:nvCxnSpPr>
        <p:spPr>
          <a:xfrm flipV="1">
            <a:off x="3845221" y="5523006"/>
            <a:ext cx="627349" cy="704987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ED127B1D-0814-039D-CCF6-CCDC307F98BE}"/>
                  </a:ext>
                </a:extLst>
              </p:cNvPr>
              <p:cNvSpPr txBox="1"/>
              <p:nvPr/>
            </p:nvSpPr>
            <p:spPr>
              <a:xfrm>
                <a:off x="2909832" y="4464982"/>
                <a:ext cx="222183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ED127B1D-0814-039D-CCF6-CCDC307F9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832" y="4464982"/>
                <a:ext cx="222183" cy="246221"/>
              </a:xfrm>
              <a:prstGeom prst="rect">
                <a:avLst/>
              </a:prstGeom>
              <a:blipFill>
                <a:blip r:embed="rId36"/>
                <a:stretch>
                  <a:fillRect l="-21622" r="-8108" b="-14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BA9F158F-100E-08B0-44FD-0086EF1D1217}"/>
              </a:ext>
            </a:extLst>
          </p:cNvPr>
          <p:cNvCxnSpPr>
            <a:cxnSpLocks/>
          </p:cNvCxnSpPr>
          <p:nvPr/>
        </p:nvCxnSpPr>
        <p:spPr>
          <a:xfrm>
            <a:off x="3670266" y="6227993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FEADAF05-E125-6094-324C-AE8738AA8E2A}"/>
              </a:ext>
            </a:extLst>
          </p:cNvPr>
          <p:cNvCxnSpPr>
            <a:cxnSpLocks/>
          </p:cNvCxnSpPr>
          <p:nvPr/>
        </p:nvCxnSpPr>
        <p:spPr>
          <a:xfrm>
            <a:off x="4038600" y="5709474"/>
            <a:ext cx="2697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9A27C901-5A89-8C3D-DDAE-A813454F057A}"/>
              </a:ext>
            </a:extLst>
          </p:cNvPr>
          <p:cNvCxnSpPr>
            <a:cxnSpLocks/>
          </p:cNvCxnSpPr>
          <p:nvPr/>
        </p:nvCxnSpPr>
        <p:spPr>
          <a:xfrm flipV="1">
            <a:off x="4051748" y="5709474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26478CBD-F12B-6508-FC69-8CA31794AD45}"/>
                  </a:ext>
                </a:extLst>
              </p:cNvPr>
              <p:cNvSpPr txBox="1"/>
              <p:nvPr/>
            </p:nvSpPr>
            <p:spPr>
              <a:xfrm flipH="1">
                <a:off x="4191766" y="5823677"/>
                <a:ext cx="939919" cy="415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26478CBD-F12B-6508-FC69-8CA31794A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91766" y="5823677"/>
                <a:ext cx="939919" cy="415948"/>
              </a:xfrm>
              <a:prstGeom prst="rect">
                <a:avLst/>
              </a:prstGeom>
              <a:blipFill>
                <a:blip r:embed="rId37"/>
                <a:stretch>
                  <a:fillRect l="-1948" t="-4348" r="-1299" b="-57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F7632DF-3632-F3A5-7E22-AD0EA50FA52F}"/>
              </a:ext>
            </a:extLst>
          </p:cNvPr>
          <p:cNvCxnSpPr>
            <a:cxnSpLocks/>
          </p:cNvCxnSpPr>
          <p:nvPr/>
        </p:nvCxnSpPr>
        <p:spPr>
          <a:xfrm flipH="1" flipV="1">
            <a:off x="3890849" y="6247979"/>
            <a:ext cx="220583" cy="1471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8F7880CE-911F-CA51-CD19-C6E2E77B30B4}"/>
                  </a:ext>
                </a:extLst>
              </p:cNvPr>
              <p:cNvSpPr txBox="1"/>
              <p:nvPr/>
            </p:nvSpPr>
            <p:spPr>
              <a:xfrm flipH="1">
                <a:off x="3948012" y="6311974"/>
                <a:ext cx="1227157" cy="398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8F7880CE-911F-CA51-CD19-C6E2E77B3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48012" y="6311974"/>
                <a:ext cx="1227157" cy="398827"/>
              </a:xfrm>
              <a:prstGeom prst="rect">
                <a:avLst/>
              </a:prstGeom>
              <a:blipFill>
                <a:blip r:embed="rId38"/>
                <a:stretch>
                  <a:fillRect t="-1515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56FB207-BAAA-D414-3B1B-0321A5F3540E}"/>
              </a:ext>
            </a:extLst>
          </p:cNvPr>
          <p:cNvCxnSpPr>
            <a:cxnSpLocks/>
          </p:cNvCxnSpPr>
          <p:nvPr/>
        </p:nvCxnSpPr>
        <p:spPr>
          <a:xfrm flipH="1">
            <a:off x="4457904" y="5534638"/>
            <a:ext cx="719630" cy="7657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4CBD03D7-2196-0EE7-5AF8-616D997610A2}"/>
              </a:ext>
            </a:extLst>
          </p:cNvPr>
          <p:cNvCxnSpPr>
            <a:cxnSpLocks/>
          </p:cNvCxnSpPr>
          <p:nvPr/>
        </p:nvCxnSpPr>
        <p:spPr>
          <a:xfrm>
            <a:off x="3848179" y="5503020"/>
            <a:ext cx="0" cy="724973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C76B39-7022-EE74-1195-64D880CFAB18}"/>
              </a:ext>
            </a:extLst>
          </p:cNvPr>
          <p:cNvGrpSpPr/>
          <p:nvPr/>
        </p:nvGrpSpPr>
        <p:grpSpPr>
          <a:xfrm>
            <a:off x="6133838" y="2368610"/>
            <a:ext cx="2338157" cy="2005436"/>
            <a:chOff x="3160923" y="3052234"/>
            <a:chExt cx="2338157" cy="2005436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A34D930-9977-E76A-3739-45789ECA7FD0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BB22110-6009-9F81-48BE-7384705A87E6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2A50232-F418-34A4-E895-8DE52B459F08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BFFD223-6001-1377-FC4B-E7A202DBD5F9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AAEE0211-2F00-DCFF-3587-1D3EC80B0D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A9F1F559-F622-436B-0CA7-53F5130918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B5FC948-2CDF-0A20-8A06-28FD6ABC55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FAFAB5A-F619-EF4B-6944-CCF2B546B5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4069329"/>
                <a:ext cx="0" cy="98834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D85CA027-1FF9-85E3-7538-2134A34D0C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AF1AFA55-176E-1C95-846A-8D4DC20E60BF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1DA7E1E3-2818-CA4E-5565-0F510993B2E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6B14716F-3764-16A8-2469-12BC8413CD9F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35DB19E8-D299-F471-F178-81D7EE332723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09B7972-A1BF-ACDA-29BC-CE0B2F714AA3}"/>
              </a:ext>
            </a:extLst>
          </p:cNvPr>
          <p:cNvCxnSpPr>
            <a:cxnSpLocks/>
          </p:cNvCxnSpPr>
          <p:nvPr/>
        </p:nvCxnSpPr>
        <p:spPr>
          <a:xfrm>
            <a:off x="6133838" y="3385705"/>
            <a:ext cx="56705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7E75847-86B8-CB9F-973D-F4FF01CD40A1}"/>
              </a:ext>
            </a:extLst>
          </p:cNvPr>
          <p:cNvCxnSpPr>
            <a:cxnSpLocks/>
          </p:cNvCxnSpPr>
          <p:nvPr/>
        </p:nvCxnSpPr>
        <p:spPr>
          <a:xfrm flipH="1" flipV="1">
            <a:off x="6679063" y="2659735"/>
            <a:ext cx="66323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D8EADFF-3EDC-643A-7F0B-56355486D3CB}"/>
                  </a:ext>
                </a:extLst>
              </p:cNvPr>
              <p:cNvSpPr txBox="1"/>
              <p:nvPr/>
            </p:nvSpPr>
            <p:spPr>
              <a:xfrm>
                <a:off x="5779559" y="2352735"/>
                <a:ext cx="222183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D8EADFF-3EDC-643A-7F0B-56355486D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559" y="2352735"/>
                <a:ext cx="222183" cy="246221"/>
              </a:xfrm>
              <a:prstGeom prst="rect">
                <a:avLst/>
              </a:prstGeom>
              <a:blipFill>
                <a:blip r:embed="rId39"/>
                <a:stretch>
                  <a:fillRect l="-21622" r="-8108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CD7F019-4DFF-7606-B4B0-D0A7E229D53A}"/>
              </a:ext>
            </a:extLst>
          </p:cNvPr>
          <p:cNvCxnSpPr>
            <a:cxnSpLocks/>
          </p:cNvCxnSpPr>
          <p:nvPr/>
        </p:nvCxnSpPr>
        <p:spPr>
          <a:xfrm>
            <a:off x="6480309" y="2644261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5D84A8E-B3BD-172B-7ED8-8E0E89352CA1}"/>
              </a:ext>
            </a:extLst>
          </p:cNvPr>
          <p:cNvCxnSpPr>
            <a:cxnSpLocks/>
          </p:cNvCxnSpPr>
          <p:nvPr/>
        </p:nvCxnSpPr>
        <p:spPr>
          <a:xfrm>
            <a:off x="6879222" y="3166146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0FBDBA2-F096-C949-FE56-FF5804CBA2AB}"/>
              </a:ext>
            </a:extLst>
          </p:cNvPr>
          <p:cNvCxnSpPr>
            <a:cxnSpLocks/>
          </p:cNvCxnSpPr>
          <p:nvPr/>
        </p:nvCxnSpPr>
        <p:spPr>
          <a:xfrm flipV="1">
            <a:off x="6879316" y="2898625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1476C82-BD71-8BAA-B886-DF089A71017A}"/>
                  </a:ext>
                </a:extLst>
              </p:cNvPr>
              <p:cNvSpPr txBox="1"/>
              <p:nvPr/>
            </p:nvSpPr>
            <p:spPr>
              <a:xfrm flipH="1">
                <a:off x="7046380" y="2764789"/>
                <a:ext cx="939919" cy="4160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1476C82-BD71-8BAA-B886-DF089A710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46380" y="2764789"/>
                <a:ext cx="939919" cy="416076"/>
              </a:xfrm>
              <a:prstGeom prst="rect">
                <a:avLst/>
              </a:prstGeom>
              <a:blipFill>
                <a:blip r:embed="rId40"/>
                <a:stretch>
                  <a:fillRect l="-3247" t="-5882" r="-9740" b="-73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6C9E7BE-AFC8-BA42-7D54-4E2666C53043}"/>
              </a:ext>
            </a:extLst>
          </p:cNvPr>
          <p:cNvCxnSpPr>
            <a:cxnSpLocks/>
          </p:cNvCxnSpPr>
          <p:nvPr/>
        </p:nvCxnSpPr>
        <p:spPr>
          <a:xfrm flipH="1">
            <a:off x="6686130" y="2406433"/>
            <a:ext cx="146470" cy="2336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A047172-D59D-113D-96C5-554F6D0F8769}"/>
                  </a:ext>
                </a:extLst>
              </p:cNvPr>
              <p:cNvSpPr txBox="1"/>
              <p:nvPr/>
            </p:nvSpPr>
            <p:spPr>
              <a:xfrm flipH="1">
                <a:off x="6290739" y="2038953"/>
                <a:ext cx="1517190" cy="405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A047172-D59D-113D-96C5-554F6D0F8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90739" y="2038953"/>
                <a:ext cx="1517190" cy="405945"/>
              </a:xfrm>
              <a:prstGeom prst="rect">
                <a:avLst/>
              </a:prstGeom>
              <a:blipFill>
                <a:blip r:embed="rId41"/>
                <a:stretch>
                  <a:fillRect l="-402" t="-1493" b="-89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34ECBF8-3AF6-7B96-0C48-ACF8B8252F7E}"/>
              </a:ext>
            </a:extLst>
          </p:cNvPr>
          <p:cNvCxnSpPr>
            <a:cxnSpLocks/>
          </p:cNvCxnSpPr>
          <p:nvPr/>
        </p:nvCxnSpPr>
        <p:spPr>
          <a:xfrm flipH="1">
            <a:off x="7305730" y="3378048"/>
            <a:ext cx="73871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E32CC22-2198-8816-01CF-7AE81E4C3E0E}"/>
              </a:ext>
            </a:extLst>
          </p:cNvPr>
          <p:cNvCxnSpPr>
            <a:cxnSpLocks/>
          </p:cNvCxnSpPr>
          <p:nvPr/>
        </p:nvCxnSpPr>
        <p:spPr>
          <a:xfrm flipV="1">
            <a:off x="6700893" y="2684463"/>
            <a:ext cx="0" cy="72949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437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270E-4D04-3384-B896-EC5D8A119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24A2B6DA-43B9-A60B-3424-9BDE6CBBC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353"/>
            <a:ext cx="11020801" cy="630767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Balance for Magnetizing Inductance at Periodic Steady-State (DCM)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76E83F9-A8FB-53AC-9FE5-2C1D77ECAF8D}"/>
              </a:ext>
            </a:extLst>
          </p:cNvPr>
          <p:cNvGrpSpPr/>
          <p:nvPr/>
        </p:nvGrpSpPr>
        <p:grpSpPr>
          <a:xfrm>
            <a:off x="6326493" y="1234123"/>
            <a:ext cx="2338157" cy="2005436"/>
            <a:chOff x="3160923" y="3052234"/>
            <a:chExt cx="2338157" cy="2005436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FABC207-E50A-D743-6276-E9E135713931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7CBC9AFA-6168-93D5-3634-40A64499021E}"/>
                </a:ext>
              </a:extLst>
            </p:cNvPr>
            <p:cNvCxnSpPr/>
            <p:nvPr/>
          </p:nvCxnSpPr>
          <p:spPr>
            <a:xfrm>
              <a:off x="3780561" y="3873596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11B6B67E-638A-797C-D022-C3CD6739B944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55F0C34-3341-CBF5-B19A-C954FCC85FE8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3485619-CF1C-57DB-EDAC-60A0DCE295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CC0A270E-9534-27DD-6AD8-1DB7E3A973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A59BA0F-85EE-56CB-859B-F746D68EE8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29071"/>
                <a:ext cx="0" cy="172859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6D6C28D4-3F0F-A6E5-8C4E-B74639A5C2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3108325"/>
                <a:ext cx="0" cy="122385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C1075E24-1E5A-38C1-961E-2DB5E2FF4E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2127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79901C34-5F7C-A9A1-7AEA-B8B115720CBF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32345FDA-2779-BA29-F451-5014A88D8C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333" r="-33333" b="-444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C4676A67-CD10-5A77-E9B2-6BDB73EEB61A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5C8C126-CA8C-BFB1-F884-1FC1927D0C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2500" r="-7500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id="{1106D2AC-BAFB-DC62-3AEC-1B6F2E2DCAB7}"/>
                      </a:ext>
                    </a:extLst>
                  </p:cNvPr>
                  <p:cNvSpPr txBox="1"/>
                  <p:nvPr/>
                </p:nvSpPr>
                <p:spPr>
                  <a:xfrm>
                    <a:off x="3945466" y="3735960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id="{1106D2AC-BAFB-DC62-3AEC-1B6F2E2DCA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45466" y="3735960"/>
                    <a:ext cx="241797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3077" r="-10256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270037E3-E01D-E86B-DFDA-C5DDD3F7FD6E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18BEF82D-BC15-A2A6-9622-5A66FE9778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3077" r="-769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734ABDD-9270-45C7-3221-EDB6EE47BF88}"/>
              </a:ext>
            </a:extLst>
          </p:cNvPr>
          <p:cNvGrpSpPr/>
          <p:nvPr/>
        </p:nvGrpSpPr>
        <p:grpSpPr>
          <a:xfrm>
            <a:off x="3377131" y="1249998"/>
            <a:ext cx="2338157" cy="2005436"/>
            <a:chOff x="3160923" y="3052234"/>
            <a:chExt cx="2338157" cy="2005436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3BACD74D-3090-5AAF-36FF-11FB24F2C999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004BCAA-34E8-72B8-54F7-391353291270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D3B370D1-0A05-5755-28B8-39BE01940ECD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5EE00019-92C6-2187-42FC-FD96073CDE6A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1F306240-F0F0-5594-16CD-3E75367054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>
                <a:extLst>
                  <a:ext uri="{FF2B5EF4-FFF2-40B4-BE49-F238E27FC236}">
                    <a16:creationId xmlns:a16="http://schemas.microsoft.com/office/drawing/2014/main" id="{014F5287-4673-E03E-D87C-75637D463E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ED568B18-6F95-29CF-5D6A-D49D1DE106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63872BDB-D295-1152-6DE1-CC0174A8D4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4069329"/>
                <a:ext cx="0" cy="98834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D3CE8B2D-2061-CAB5-6BE6-503BC52EA8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D8A7B7B-C6CA-9998-CE6B-422B154F83B4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8E168DC0-DCA0-2590-5BD5-21C195184893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E9D65355-BD64-893E-E516-ABD4103AFC3B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2A868A-EF7E-3EBA-C8C7-069C854716C1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926717E5-7E9C-23F1-408B-D5344480991F}"/>
              </a:ext>
            </a:extLst>
          </p:cNvPr>
          <p:cNvGrpSpPr/>
          <p:nvPr/>
        </p:nvGrpSpPr>
        <p:grpSpPr>
          <a:xfrm>
            <a:off x="172788" y="1245463"/>
            <a:ext cx="2619946" cy="2021311"/>
            <a:chOff x="53436" y="2452075"/>
            <a:chExt cx="2619946" cy="2021311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A4042A1-A735-5E34-B752-48271F1CF1E0}"/>
                </a:ext>
              </a:extLst>
            </p:cNvPr>
            <p:cNvGrpSpPr/>
            <p:nvPr/>
          </p:nvGrpSpPr>
          <p:grpSpPr>
            <a:xfrm>
              <a:off x="335225" y="2467950"/>
              <a:ext cx="2338157" cy="2005436"/>
              <a:chOff x="3160923" y="3052234"/>
              <a:chExt cx="2338157" cy="2005436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4762EEE1-5D8D-C803-46E7-DCDE39369D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4E4CD676-7E57-A27B-B2D7-FA620275897D}"/>
                  </a:ext>
                </a:extLst>
              </p:cNvPr>
              <p:cNvCxnSpPr/>
              <p:nvPr/>
            </p:nvCxnSpPr>
            <p:spPr>
              <a:xfrm>
                <a:off x="3756235" y="4220633"/>
                <a:ext cx="56705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AD0F8029-83AC-1533-6445-24F7402F28E7}"/>
                  </a:ext>
                </a:extLst>
              </p:cNvPr>
              <p:cNvCxnSpPr/>
              <p:nvPr/>
            </p:nvCxnSpPr>
            <p:spPr>
              <a:xfrm>
                <a:off x="3160923" y="4220633"/>
                <a:ext cx="56705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3C4BF1F3-E951-E5E9-34F8-AB868CA13CFA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86FDD0C9-69C9-7484-CAE7-1043B125DC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C6A78978-D98D-06F9-1BD7-C5B86C5DDF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99F6AFED-A9B6-9A75-26CD-CD8E130A99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27978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68E516A-55B1-C2D3-28BC-36F27A473D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56098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A0388A3-19B1-3F29-CA85-798CEEBB55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F62B4CE9-0164-1878-BA03-B3B735C78C7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8863CA2C-8BCB-427E-ED7C-E5F6C0D15B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33333" r="-3333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31E77ACB-E2DF-1136-F723-FB38F988A6E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6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177E3326-E890-26D7-538F-BB6D4429B7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6" cy="2769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25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64DD4031-7E7C-46FC-770F-8BF9AC92A1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1140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1E0A2746-7DB7-EF77-62C5-78E69C8D17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1140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23077" r="-1025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E84045BA-E173-715F-CADB-0BEC82A1B6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93020" y="4082997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AFECFA8F-84C3-63F4-E984-599C1495B2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93020" y="4082997"/>
                      <a:ext cx="236475" cy="276999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23684" r="-1052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6A84B55D-9D8A-E0EE-AFC3-E68644A5414A}"/>
                </a:ext>
              </a:extLst>
            </p:cNvPr>
            <p:cNvCxnSpPr/>
            <p:nvPr/>
          </p:nvCxnSpPr>
          <p:spPr>
            <a:xfrm>
              <a:off x="335224" y="3303228"/>
              <a:ext cx="56705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56A1EFC-ECE4-C821-DD93-E09FC08A2EC6}"/>
                </a:ext>
              </a:extLst>
            </p:cNvPr>
            <p:cNvCxnSpPr>
              <a:cxnSpLocks/>
            </p:cNvCxnSpPr>
            <p:nvPr/>
          </p:nvCxnSpPr>
          <p:spPr>
            <a:xfrm>
              <a:off x="902280" y="3281363"/>
              <a:ext cx="0" cy="54557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F09836E5-8394-684D-84E6-D1DEC82C8C04}"/>
                </a:ext>
              </a:extLst>
            </p:cNvPr>
            <p:cNvCxnSpPr>
              <a:cxnSpLocks/>
            </p:cNvCxnSpPr>
            <p:nvPr/>
          </p:nvCxnSpPr>
          <p:spPr>
            <a:xfrm>
              <a:off x="873125" y="3806404"/>
              <a:ext cx="687650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374B801-864E-1508-7BF4-1E96E4C929DC}"/>
                </a:ext>
              </a:extLst>
            </p:cNvPr>
            <p:cNvCxnSpPr>
              <a:cxnSpLocks/>
            </p:cNvCxnSpPr>
            <p:nvPr/>
          </p:nvCxnSpPr>
          <p:spPr>
            <a:xfrm>
              <a:off x="1530400" y="3446855"/>
              <a:ext cx="0" cy="380078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6802A91-EA81-0E12-BD5A-01C45AEC49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0400" y="3477388"/>
              <a:ext cx="71543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B51E420B-821D-0B9E-3FC4-974D357FBB60}"/>
                    </a:ext>
                  </a:extLst>
                </p:cNvPr>
                <p:cNvSpPr txBox="1"/>
                <p:nvPr/>
              </p:nvSpPr>
              <p:spPr>
                <a:xfrm>
                  <a:off x="717457" y="3909785"/>
                  <a:ext cx="939979" cy="3516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B51E420B-821D-0B9E-3FC4-974D357FBB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57" y="3909785"/>
                  <a:ext cx="939979" cy="351699"/>
                </a:xfrm>
                <a:prstGeom prst="rect">
                  <a:avLst/>
                </a:prstGeom>
                <a:blipFill>
                  <a:blip r:embed="rId20"/>
                  <a:stretch>
                    <a:fillRect l="-1299" t="-5172" r="-7143" b="-103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3A864872-DE67-94E2-0A81-F8EE06E0367F}"/>
                    </a:ext>
                  </a:extLst>
                </p:cNvPr>
                <p:cNvSpPr txBox="1"/>
                <p:nvPr/>
              </p:nvSpPr>
              <p:spPr>
                <a:xfrm>
                  <a:off x="392364" y="3080820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926E4D11-BFBF-8B3A-11F2-1743EFC683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64" y="3080820"/>
                  <a:ext cx="436853" cy="184666"/>
                </a:xfrm>
                <a:prstGeom prst="rect">
                  <a:avLst/>
                </a:prstGeom>
                <a:blipFill>
                  <a:blip r:embed="rId21"/>
                  <a:stretch>
                    <a:fillRect b="-967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9672C7ED-09B6-1BB9-3CD1-B5B7BCC9FE56}"/>
                    </a:ext>
                  </a:extLst>
                </p:cNvPr>
                <p:cNvSpPr txBox="1"/>
                <p:nvPr/>
              </p:nvSpPr>
              <p:spPr>
                <a:xfrm>
                  <a:off x="1676422" y="3223904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CEE4D49E-BC3B-6021-02DA-39747A5A68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22" y="3223904"/>
                  <a:ext cx="436853" cy="184666"/>
                </a:xfrm>
                <a:prstGeom prst="rect">
                  <a:avLst/>
                </a:prstGeom>
                <a:blipFill>
                  <a:blip r:embed="rId22"/>
                  <a:stretch>
                    <a:fillRect b="-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D9FEF35E-B1DD-0975-4534-BADE8EB32DAB}"/>
                    </a:ext>
                  </a:extLst>
                </p:cNvPr>
                <p:cNvSpPr txBox="1"/>
                <p:nvPr/>
              </p:nvSpPr>
              <p:spPr>
                <a:xfrm>
                  <a:off x="53436" y="2452075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B34426D-D9D3-EC1C-375A-9A602F751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36" y="2452075"/>
                  <a:ext cx="222183" cy="246221"/>
                </a:xfrm>
                <a:prstGeom prst="rect">
                  <a:avLst/>
                </a:prstGeom>
                <a:blipFill>
                  <a:blip r:embed="rId23"/>
                  <a:stretch>
                    <a:fillRect l="-33333" r="-19444" b="-146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1819D131-570A-083A-76B7-502D5C83DF1A}"/>
              </a:ext>
            </a:extLst>
          </p:cNvPr>
          <p:cNvCxnSpPr>
            <a:cxnSpLocks/>
          </p:cNvCxnSpPr>
          <p:nvPr/>
        </p:nvCxnSpPr>
        <p:spPr>
          <a:xfrm flipV="1">
            <a:off x="3377131" y="1541123"/>
            <a:ext cx="56705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35A298-3624-8995-E036-31E837ED1F91}"/>
              </a:ext>
            </a:extLst>
          </p:cNvPr>
          <p:cNvCxnSpPr>
            <a:cxnSpLocks/>
          </p:cNvCxnSpPr>
          <p:nvPr/>
        </p:nvCxnSpPr>
        <p:spPr>
          <a:xfrm flipH="1" flipV="1">
            <a:off x="3922356" y="1541123"/>
            <a:ext cx="66323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92571A9-55CB-C688-E674-D0E402045D09}"/>
                  </a:ext>
                </a:extLst>
              </p:cNvPr>
              <p:cNvSpPr txBox="1"/>
              <p:nvPr/>
            </p:nvSpPr>
            <p:spPr>
              <a:xfrm>
                <a:off x="3043595" y="1240589"/>
                <a:ext cx="222183" cy="2771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92571A9-55CB-C688-E674-D0E402045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595" y="1240589"/>
                <a:ext cx="222183" cy="277127"/>
              </a:xfrm>
              <a:prstGeom prst="rect">
                <a:avLst/>
              </a:prstGeom>
              <a:blipFill>
                <a:blip r:embed="rId24"/>
                <a:stretch>
                  <a:fillRect l="-29730" r="-32432" b="-17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6A4021D1-1004-6C11-A1C1-035651D6F333}"/>
                  </a:ext>
                </a:extLst>
              </p:cNvPr>
              <p:cNvSpPr txBox="1"/>
              <p:nvPr/>
            </p:nvSpPr>
            <p:spPr>
              <a:xfrm flipH="1">
                <a:off x="3366972" y="1514211"/>
                <a:ext cx="295111" cy="403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6A4021D1-1004-6C11-A1C1-035651D6F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66972" y="1514211"/>
                <a:ext cx="295111" cy="403638"/>
              </a:xfrm>
              <a:prstGeom prst="rect">
                <a:avLst/>
              </a:prstGeom>
              <a:blipFill>
                <a:blip r:embed="rId25"/>
                <a:stretch>
                  <a:fillRect l="-8163" t="-1493" r="-2041" b="-74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67D1F155-5A1D-1602-C66B-DB38E42C376E}"/>
              </a:ext>
            </a:extLst>
          </p:cNvPr>
          <p:cNvCxnSpPr>
            <a:cxnSpLocks/>
          </p:cNvCxnSpPr>
          <p:nvPr/>
        </p:nvCxnSpPr>
        <p:spPr>
          <a:xfrm>
            <a:off x="3509228" y="2063411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5779B66E-98F1-3CB9-23B7-CDA8722E3A30}"/>
              </a:ext>
            </a:extLst>
          </p:cNvPr>
          <p:cNvCxnSpPr>
            <a:cxnSpLocks/>
          </p:cNvCxnSpPr>
          <p:nvPr/>
        </p:nvCxnSpPr>
        <p:spPr>
          <a:xfrm flipV="1">
            <a:off x="3760017" y="1795890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2A295E63-0BE5-C339-2A61-294E4568B7DA}"/>
              </a:ext>
            </a:extLst>
          </p:cNvPr>
          <p:cNvCxnSpPr>
            <a:cxnSpLocks/>
          </p:cNvCxnSpPr>
          <p:nvPr/>
        </p:nvCxnSpPr>
        <p:spPr>
          <a:xfrm>
            <a:off x="3723602" y="1525649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4F021B0B-6BE5-7283-29EA-A9B20CCC4245}"/>
              </a:ext>
            </a:extLst>
          </p:cNvPr>
          <p:cNvCxnSpPr>
            <a:cxnSpLocks/>
          </p:cNvCxnSpPr>
          <p:nvPr/>
        </p:nvCxnSpPr>
        <p:spPr>
          <a:xfrm>
            <a:off x="4122515" y="2047534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8F9CF733-6592-5DDB-3275-D003DDD6DD1F}"/>
              </a:ext>
            </a:extLst>
          </p:cNvPr>
          <p:cNvCxnSpPr>
            <a:cxnSpLocks/>
          </p:cNvCxnSpPr>
          <p:nvPr/>
        </p:nvCxnSpPr>
        <p:spPr>
          <a:xfrm flipV="1">
            <a:off x="4122609" y="1780013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D86F7CBD-12A4-C732-5C65-66E2E0A92893}"/>
                  </a:ext>
                </a:extLst>
              </p:cNvPr>
              <p:cNvSpPr txBox="1"/>
              <p:nvPr/>
            </p:nvSpPr>
            <p:spPr>
              <a:xfrm flipH="1">
                <a:off x="4289673" y="1646177"/>
                <a:ext cx="939919" cy="415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D86F7CBD-12A4-C732-5C65-66E2E0A92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89673" y="1646177"/>
                <a:ext cx="939919" cy="415948"/>
              </a:xfrm>
              <a:prstGeom prst="rect">
                <a:avLst/>
              </a:prstGeom>
              <a:blipFill>
                <a:blip r:embed="rId26"/>
                <a:stretch>
                  <a:fillRect l="-3247" t="-4412" r="-9740" b="-73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BAB5CDA6-52EE-B83A-73F3-571B890CFA9A}"/>
              </a:ext>
            </a:extLst>
          </p:cNvPr>
          <p:cNvCxnSpPr>
            <a:cxnSpLocks/>
          </p:cNvCxnSpPr>
          <p:nvPr/>
        </p:nvCxnSpPr>
        <p:spPr>
          <a:xfrm flipH="1">
            <a:off x="3929838" y="1353599"/>
            <a:ext cx="103822" cy="1573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5F223BA6-2E75-EDB8-E122-575384D05A93}"/>
                  </a:ext>
                </a:extLst>
              </p:cNvPr>
              <p:cNvSpPr txBox="1"/>
              <p:nvPr/>
            </p:nvSpPr>
            <p:spPr>
              <a:xfrm flipH="1">
                <a:off x="3543819" y="971502"/>
                <a:ext cx="1048547" cy="398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5F223BA6-2E75-EDB8-E122-575384D05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43819" y="971502"/>
                <a:ext cx="1048547" cy="398827"/>
              </a:xfrm>
              <a:prstGeom prst="rect">
                <a:avLst/>
              </a:prstGeom>
              <a:blipFill>
                <a:blip r:embed="rId27"/>
                <a:stretch>
                  <a:fillRect t="-1515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E29F18FB-855F-B026-25C3-0625061B353F}"/>
              </a:ext>
            </a:extLst>
          </p:cNvPr>
          <p:cNvCxnSpPr>
            <a:cxnSpLocks/>
          </p:cNvCxnSpPr>
          <p:nvPr/>
        </p:nvCxnSpPr>
        <p:spPr>
          <a:xfrm flipH="1">
            <a:off x="4549023" y="2259436"/>
            <a:ext cx="73871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ED8E86-0581-4ED4-FF41-13E2E1CBDC9B}"/>
              </a:ext>
            </a:extLst>
          </p:cNvPr>
          <p:cNvCxnSpPr>
            <a:cxnSpLocks/>
          </p:cNvCxnSpPr>
          <p:nvPr/>
        </p:nvCxnSpPr>
        <p:spPr>
          <a:xfrm flipV="1">
            <a:off x="6340623" y="1510960"/>
            <a:ext cx="56705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DB9F30-400D-DD0E-9E56-0DCB82779B22}"/>
              </a:ext>
            </a:extLst>
          </p:cNvPr>
          <p:cNvCxnSpPr>
            <a:cxnSpLocks/>
          </p:cNvCxnSpPr>
          <p:nvPr/>
        </p:nvCxnSpPr>
        <p:spPr>
          <a:xfrm>
            <a:off x="6907677" y="1525649"/>
            <a:ext cx="0" cy="172525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891266-E5B7-BA2F-42E3-42296DCAD731}"/>
              </a:ext>
            </a:extLst>
          </p:cNvPr>
          <p:cNvCxnSpPr>
            <a:cxnSpLocks/>
          </p:cNvCxnSpPr>
          <p:nvPr/>
        </p:nvCxnSpPr>
        <p:spPr>
          <a:xfrm flipV="1">
            <a:off x="6896266" y="2222237"/>
            <a:ext cx="648686" cy="104389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0554EF-0D49-9A72-8220-FB02AF4F98B3}"/>
              </a:ext>
            </a:extLst>
          </p:cNvPr>
          <p:cNvCxnSpPr>
            <a:cxnSpLocks/>
          </p:cNvCxnSpPr>
          <p:nvPr/>
        </p:nvCxnSpPr>
        <p:spPr>
          <a:xfrm flipH="1">
            <a:off x="7513186" y="2243561"/>
            <a:ext cx="73871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F4DE29-D21A-434B-02CB-3A6343F0AFA9}"/>
                  </a:ext>
                </a:extLst>
              </p:cNvPr>
              <p:cNvSpPr txBox="1"/>
              <p:nvPr/>
            </p:nvSpPr>
            <p:spPr>
              <a:xfrm>
                <a:off x="5610933" y="1241832"/>
                <a:ext cx="668623" cy="3046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F4DE29-D21A-434B-02CB-3A6343F0A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933" y="1241832"/>
                <a:ext cx="668623" cy="304699"/>
              </a:xfrm>
              <a:prstGeom prst="rect">
                <a:avLst/>
              </a:prstGeom>
              <a:blipFill>
                <a:blip r:embed="rId28"/>
                <a:stretch>
                  <a:fillRect l="-8182" r="-13636" b="-14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6BDC2B9-895A-6659-DE8F-B126334D33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895033" y="1183725"/>
            <a:ext cx="0" cy="3079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2E4A2D-E77E-E9E0-9AD6-0669B43DF5B2}"/>
                  </a:ext>
                </a:extLst>
              </p:cNvPr>
              <p:cNvSpPr txBox="1"/>
              <p:nvPr/>
            </p:nvSpPr>
            <p:spPr>
              <a:xfrm flipH="1">
                <a:off x="6340623" y="821190"/>
                <a:ext cx="1108820" cy="362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𝒑𝒌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e>
                          <m:sup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den>
                    </m:f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2E4A2D-E77E-E9E0-9AD6-0669B43DF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40623" y="821190"/>
                <a:ext cx="1108820" cy="362535"/>
              </a:xfrm>
              <a:prstGeom prst="rect">
                <a:avLst/>
              </a:prstGeom>
              <a:blipFill>
                <a:blip r:embed="rId29"/>
                <a:stretch>
                  <a:fillRect l="-4945" b="-67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5D433F-9CBE-2694-D3F1-EA5C07F2680A}"/>
              </a:ext>
            </a:extLst>
          </p:cNvPr>
          <p:cNvCxnSpPr>
            <a:cxnSpLocks/>
          </p:cNvCxnSpPr>
          <p:nvPr/>
        </p:nvCxnSpPr>
        <p:spPr>
          <a:xfrm>
            <a:off x="6695065" y="1510960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225E4B-2151-858F-87AC-358B34647E1E}"/>
                  </a:ext>
                </a:extLst>
              </p:cNvPr>
              <p:cNvSpPr txBox="1"/>
              <p:nvPr/>
            </p:nvSpPr>
            <p:spPr>
              <a:xfrm flipH="1">
                <a:off x="7270103" y="2649939"/>
                <a:ext cx="1792040" cy="4149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𝒑𝒌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𝑶𝑼𝑻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𝑭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e>
                    </m:d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225E4B-2151-858F-87AC-358B34647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70103" y="2649939"/>
                <a:ext cx="1792040" cy="414985"/>
              </a:xfrm>
              <a:prstGeom prst="rect">
                <a:avLst/>
              </a:prstGeom>
              <a:blipFill>
                <a:blip r:embed="rId30"/>
                <a:stretch>
                  <a:fillRect l="-3061" b="-14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FB4268-0AF9-399B-6D56-6EF2E62CD67C}"/>
              </a:ext>
            </a:extLst>
          </p:cNvPr>
          <p:cNvCxnSpPr>
            <a:cxnSpLocks/>
          </p:cNvCxnSpPr>
          <p:nvPr/>
        </p:nvCxnSpPr>
        <p:spPr>
          <a:xfrm>
            <a:off x="6687094" y="3250899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EFCFC3-0A0E-71C4-D9A6-397530E9744F}"/>
              </a:ext>
            </a:extLst>
          </p:cNvPr>
          <p:cNvCxnSpPr>
            <a:cxnSpLocks/>
          </p:cNvCxnSpPr>
          <p:nvPr/>
        </p:nvCxnSpPr>
        <p:spPr>
          <a:xfrm flipH="1">
            <a:off x="7002278" y="2978574"/>
            <a:ext cx="293449" cy="2516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C6726CC-D952-5F05-29FC-5609076CE94D}"/>
                  </a:ext>
                </a:extLst>
              </p:cNvPr>
              <p:cNvSpPr txBox="1"/>
              <p:nvPr/>
            </p:nvSpPr>
            <p:spPr>
              <a:xfrm flipH="1">
                <a:off x="110233" y="3727083"/>
                <a:ext cx="3957859" cy="2191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𝑻𝒐𝒕𝒂𝒍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𝑪𝒉𝒂𝒏𝒈𝒆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𝒊𝒏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𝑰𝒏𝒅𝒖𝒄𝒕𝒐𝒓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𝑬𝒏𝒆𝒓𝒈𝒚</m:t>
                      </m:r>
                    </m:oMath>
                  </m:oMathPara>
                </a14:m>
                <a:endParaRPr lang="en-US" sz="1200" b="1" i="1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𝒔𝒕𝒆𝒂𝒅𝒚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𝒔𝒕𝒂𝒕𝒆</m:t>
                      </m:r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𝑰𝑵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𝑶𝑼𝑻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𝑭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200" b="1" dirty="0"/>
              </a:p>
              <a:p>
                <a:endParaRPr lang="en-US" sz="1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𝑶𝑼𝑻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𝑭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C6726CC-D952-5F05-29FC-5609076CE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0233" y="3727083"/>
                <a:ext cx="3957859" cy="2191113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E267F83-F41F-38EA-9C86-6593C48EA106}"/>
              </a:ext>
            </a:extLst>
          </p:cNvPr>
          <p:cNvCxnSpPr>
            <a:cxnSpLocks/>
          </p:cNvCxnSpPr>
          <p:nvPr/>
        </p:nvCxnSpPr>
        <p:spPr>
          <a:xfrm flipH="1">
            <a:off x="3090792" y="5502270"/>
            <a:ext cx="26525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239D528-6257-948F-AF00-9AB985113006}"/>
              </a:ext>
            </a:extLst>
          </p:cNvPr>
          <p:cNvSpPr txBox="1"/>
          <p:nvPr/>
        </p:nvSpPr>
        <p:spPr>
          <a:xfrm>
            <a:off x="5886746" y="3879189"/>
            <a:ext cx="61205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balance for magnetizing inductance over one switching cycle yields same result as if Volt-second balance were applied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✓</a:t>
            </a:r>
          </a:p>
        </p:txBody>
      </p:sp>
    </p:spTree>
    <p:extLst>
      <p:ext uri="{BB962C8B-B14F-4D97-AF65-F5344CB8AC3E}">
        <p14:creationId xmlns:p14="http://schemas.microsoft.com/office/powerpoint/2010/main" val="3703845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70EB9-A1D2-0507-3F40-D404D219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5C8312E7-D8B3-0C3E-D53A-D09D1A25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Capacitor Charge Balance at Periodic Steady-State (DCM)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5CB0E3-3177-346E-4A35-DC8018F41012}"/>
                  </a:ext>
                </a:extLst>
              </p:cNvPr>
              <p:cNvSpPr txBox="1"/>
              <p:nvPr/>
            </p:nvSpPr>
            <p:spPr>
              <a:xfrm flipH="1">
                <a:off x="5607542" y="1920376"/>
                <a:ext cx="4333841" cy="29017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𝑨𝒗𝒆𝒓𝒂𝒈𝒆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𝑫𝒊𝒐𝒅𝒆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𝑪𝒖𝒓𝒓𝒆𝒏𝒕</m:t>
                      </m:r>
                      <m:sSub>
                        <m:sSubPr>
                          <m:ctrlP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b="1" i="1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1200" b="1" i="1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  <a:p>
                <a:pPr algn="ctr"/>
                <a:endParaRPr lang="en-US" sz="1200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m:rPr>
                          <m:aln/>
                        </m:rP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b="1" dirty="0"/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5CB0E3-3177-346E-4A35-DC8018F41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07542" y="1920376"/>
                <a:ext cx="4333841" cy="29017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4DA087F-CCDA-FDAB-162F-FA394A1889C4}"/>
              </a:ext>
            </a:extLst>
          </p:cNvPr>
          <p:cNvGrpSpPr/>
          <p:nvPr/>
        </p:nvGrpSpPr>
        <p:grpSpPr>
          <a:xfrm>
            <a:off x="2890908" y="2250033"/>
            <a:ext cx="2338157" cy="2005436"/>
            <a:chOff x="3160923" y="3052234"/>
            <a:chExt cx="2338157" cy="200543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BBB4CBE-DA92-B0FD-E5DF-63B544FD1105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65CCE45-2862-3E1C-7A12-AAE15A5BE160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DFF06F1-85E1-1F95-DAA5-680CB4424D08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C9B566-17FD-B349-DC2D-FA39D41AC8AD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44E04BD-AE46-C95B-BB75-233E23D54E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5C63F9C-C926-BADC-A7F3-109E0B4117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7F2E7DA-1549-1159-DC01-D07BDF3448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0D9882D7-39CB-D568-32AD-E06179B707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4069329"/>
                <a:ext cx="0" cy="98834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8F0E624-696D-E23F-10EA-320A40A53E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04E07C84-ABAF-ACF7-2684-2BDB0564FA86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39F21FF-AEA5-5762-31D9-CC27AAD23E50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5DA389CF-B720-974D-56E3-B36C1679554B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AFF9A42D-136E-1F18-39A5-65A57FB9F3FD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DA00604-DBBD-8EFA-7238-CA025958271C}"/>
              </a:ext>
            </a:extLst>
          </p:cNvPr>
          <p:cNvCxnSpPr>
            <a:cxnSpLocks/>
          </p:cNvCxnSpPr>
          <p:nvPr/>
        </p:nvCxnSpPr>
        <p:spPr>
          <a:xfrm>
            <a:off x="2890908" y="3267128"/>
            <a:ext cx="56705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31A30BB-7295-9F63-8D01-20227FAC290D}"/>
              </a:ext>
            </a:extLst>
          </p:cNvPr>
          <p:cNvCxnSpPr>
            <a:cxnSpLocks/>
          </p:cNvCxnSpPr>
          <p:nvPr/>
        </p:nvCxnSpPr>
        <p:spPr>
          <a:xfrm flipH="1" flipV="1">
            <a:off x="3436133" y="2541158"/>
            <a:ext cx="66323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4ECFF33-C1E9-60F5-98F2-4C1764A0445B}"/>
                  </a:ext>
                </a:extLst>
              </p:cNvPr>
              <p:cNvSpPr txBox="1"/>
              <p:nvPr/>
            </p:nvSpPr>
            <p:spPr>
              <a:xfrm>
                <a:off x="2536629" y="2234158"/>
                <a:ext cx="222183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4ECFF33-C1E9-60F5-98F2-4C1764A04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629" y="2234158"/>
                <a:ext cx="222183" cy="246221"/>
              </a:xfrm>
              <a:prstGeom prst="rect">
                <a:avLst/>
              </a:prstGeom>
              <a:blipFill>
                <a:blip r:embed="rId16"/>
                <a:stretch>
                  <a:fillRect l="-21622" r="-8108" b="-14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6DD77D0-A8CC-5C39-8847-9EE1126C51D9}"/>
              </a:ext>
            </a:extLst>
          </p:cNvPr>
          <p:cNvCxnSpPr>
            <a:cxnSpLocks/>
          </p:cNvCxnSpPr>
          <p:nvPr/>
        </p:nvCxnSpPr>
        <p:spPr>
          <a:xfrm>
            <a:off x="3237379" y="2525684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67BA4CE-73A7-ADA4-5D51-93A514E1BAF6}"/>
              </a:ext>
            </a:extLst>
          </p:cNvPr>
          <p:cNvCxnSpPr>
            <a:cxnSpLocks/>
          </p:cNvCxnSpPr>
          <p:nvPr/>
        </p:nvCxnSpPr>
        <p:spPr>
          <a:xfrm>
            <a:off x="3636292" y="3047569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B9D592B-3C27-D67E-8567-D79D28C4AF40}"/>
              </a:ext>
            </a:extLst>
          </p:cNvPr>
          <p:cNvCxnSpPr>
            <a:cxnSpLocks/>
          </p:cNvCxnSpPr>
          <p:nvPr/>
        </p:nvCxnSpPr>
        <p:spPr>
          <a:xfrm flipV="1">
            <a:off x="3636386" y="2780048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AEA47DE-D1DC-AA2B-3917-F8D91A64B81C}"/>
                  </a:ext>
                </a:extLst>
              </p:cNvPr>
              <p:cNvSpPr txBox="1"/>
              <p:nvPr/>
            </p:nvSpPr>
            <p:spPr>
              <a:xfrm flipH="1">
                <a:off x="3803450" y="2646212"/>
                <a:ext cx="939919" cy="4160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AEA47DE-D1DC-AA2B-3917-F8D91A64B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03450" y="2646212"/>
                <a:ext cx="939919" cy="416076"/>
              </a:xfrm>
              <a:prstGeom prst="rect">
                <a:avLst/>
              </a:prstGeom>
              <a:blipFill>
                <a:blip r:embed="rId17"/>
                <a:stretch>
                  <a:fillRect l="-3247" t="-4412" r="-9740" b="-73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4F9C3C2-9110-6FD4-CD69-5ED471CB4136}"/>
              </a:ext>
            </a:extLst>
          </p:cNvPr>
          <p:cNvCxnSpPr>
            <a:cxnSpLocks/>
          </p:cNvCxnSpPr>
          <p:nvPr/>
        </p:nvCxnSpPr>
        <p:spPr>
          <a:xfrm flipH="1">
            <a:off x="3443200" y="2287856"/>
            <a:ext cx="146470" cy="2336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1634E78-4860-B899-93E2-9BABA8D2B3B7}"/>
                  </a:ext>
                </a:extLst>
              </p:cNvPr>
              <p:cNvSpPr txBox="1"/>
              <p:nvPr/>
            </p:nvSpPr>
            <p:spPr>
              <a:xfrm flipH="1">
                <a:off x="3047809" y="1920376"/>
                <a:ext cx="1517190" cy="405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1634E78-4860-B899-93E2-9BABA8D2B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047809" y="1920376"/>
                <a:ext cx="1517190" cy="405945"/>
              </a:xfrm>
              <a:prstGeom prst="rect">
                <a:avLst/>
              </a:prstGeom>
              <a:blipFill>
                <a:blip r:embed="rId18"/>
                <a:stretch>
                  <a:fillRect l="-402" t="-2985" b="-89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1F3F8EF-1B7F-315E-5CA8-CB4FA65190EB}"/>
              </a:ext>
            </a:extLst>
          </p:cNvPr>
          <p:cNvCxnSpPr>
            <a:cxnSpLocks/>
          </p:cNvCxnSpPr>
          <p:nvPr/>
        </p:nvCxnSpPr>
        <p:spPr>
          <a:xfrm flipH="1">
            <a:off x="4062800" y="3259471"/>
            <a:ext cx="73871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892A811-E2B2-3193-4ED0-45B8F5CF88DD}"/>
              </a:ext>
            </a:extLst>
          </p:cNvPr>
          <p:cNvCxnSpPr>
            <a:cxnSpLocks/>
          </p:cNvCxnSpPr>
          <p:nvPr/>
        </p:nvCxnSpPr>
        <p:spPr>
          <a:xfrm flipV="1">
            <a:off x="3457963" y="2565886"/>
            <a:ext cx="0" cy="72949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E2CBD5F-BA42-B277-E799-7CDABA7553F2}"/>
              </a:ext>
            </a:extLst>
          </p:cNvPr>
          <p:cNvGrpSpPr/>
          <p:nvPr/>
        </p:nvGrpSpPr>
        <p:grpSpPr>
          <a:xfrm>
            <a:off x="7678900" y="2442775"/>
            <a:ext cx="2148493" cy="471033"/>
            <a:chOff x="7678900" y="2442775"/>
            <a:chExt cx="2148493" cy="471033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5807483-26AB-2A91-5441-0BC58E97ED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8900" y="2570517"/>
              <a:ext cx="247488" cy="343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BB67AA4-28CF-EDEB-723C-6B70A6EB8CD0}"/>
                </a:ext>
              </a:extLst>
            </p:cNvPr>
            <p:cNvSpPr txBox="1"/>
            <p:nvPr/>
          </p:nvSpPr>
          <p:spPr>
            <a:xfrm>
              <a:off x="7892331" y="2442775"/>
              <a:ext cx="19350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 at periodic steady-state</a:t>
              </a:r>
              <a:endParaRPr lang="en-US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49684FF-AD9B-CA20-8B65-EE53654952A7}"/>
              </a:ext>
            </a:extLst>
          </p:cNvPr>
          <p:cNvGrpSpPr/>
          <p:nvPr/>
        </p:nvGrpSpPr>
        <p:grpSpPr>
          <a:xfrm>
            <a:off x="7343847" y="2816738"/>
            <a:ext cx="2483546" cy="785613"/>
            <a:chOff x="5444462" y="4214397"/>
            <a:chExt cx="2483546" cy="785613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FD12AFF-1766-C005-A36B-013E51F6A0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4462" y="4439209"/>
              <a:ext cx="866502" cy="560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CC703A2-0CFB-D200-8807-B8CD57104150}"/>
                </a:ext>
              </a:extLst>
            </p:cNvPr>
            <p:cNvSpPr txBox="1"/>
            <p:nvPr/>
          </p:nvSpPr>
          <p:spPr>
            <a:xfrm>
              <a:off x="5992946" y="4214397"/>
              <a:ext cx="19350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 at periodic steady-state</a:t>
              </a:r>
              <a:endParaRPr lang="en-US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5993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88CDF8-6E2C-5E25-55D3-F118129724FF}"/>
                  </a:ext>
                </a:extLst>
              </p:cNvPr>
              <p:cNvSpPr txBox="1"/>
              <p:nvPr/>
            </p:nvSpPr>
            <p:spPr>
              <a:xfrm flipH="1">
                <a:off x="257523" y="2781639"/>
                <a:ext cx="3563680" cy="3574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  <m:d>
                                    <m:d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𝑰𝑵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𝑶𝑼𝑻</m:t>
                                          </m:r>
                                        </m:sub>
                                      </m:s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sz="12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𝑭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𝑹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𝑰𝑵</m:t>
                                      </m:r>
                                    </m:sub>
                                  </m:s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𝑶𝑼𝑻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𝑭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≪ 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𝑶𝑼𝑻</m:t>
                        </m:r>
                      </m:sub>
                    </m:sSub>
                  </m:oMath>
                </a14:m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𝑶𝑼𝑻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𝑰𝑵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  <m:sSup>
                                <m:s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  <m:sSub>
                                    <m:sSubPr>
                                      <m:ctrlP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𝒔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𝑶𝑼𝑻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ad>
                        <m:radPr>
                          <m:degHide m:val="on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88CDF8-6E2C-5E25-55D3-F11812972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7523" y="2781639"/>
                <a:ext cx="3563680" cy="35744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2C00F6-0CFA-5107-1DA2-40A7D4AAF572}"/>
                  </a:ext>
                </a:extLst>
              </p:cNvPr>
              <p:cNvSpPr txBox="1"/>
              <p:nvPr/>
            </p:nvSpPr>
            <p:spPr>
              <a:xfrm flipH="1">
                <a:off x="466061" y="919687"/>
                <a:ext cx="5170084" cy="180273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𝑰𝑵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𝑶𝑼𝑻</m:t>
                                    </m:r>
                                  </m:sub>
                                </m:s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𝑭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Magnetizing Inductance Volt-Second Balance</a:t>
                </a: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𝑶𝑼𝑻</m:t>
                            </m:r>
                          </m:sub>
                        </m:sSub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Output Capacitor Charge Balance</a:t>
                </a: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𝑫</m:t>
                    </m:r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Switch ON Time, or Duty Cycle, at Steady-State</a:t>
                </a:r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2C00F6-0CFA-5107-1DA2-40A7D4AAF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66061" y="919687"/>
                <a:ext cx="5170084" cy="18027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94">
            <a:extLst>
              <a:ext uri="{FF2B5EF4-FFF2-40B4-BE49-F238E27FC236}">
                <a16:creationId xmlns:a16="http://schemas.microsoft.com/office/drawing/2014/main" id="{F4C39CB3-7097-F3E3-B37F-DD8228F2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Voltage at Periodic Steady-State (DCM)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4DD273-3D1E-6CC7-2F0E-ED987A3656B0}"/>
                  </a:ext>
                </a:extLst>
              </p:cNvPr>
              <p:cNvSpPr txBox="1"/>
              <p:nvPr/>
            </p:nvSpPr>
            <p:spPr>
              <a:xfrm flipH="1">
                <a:off x="4446019" y="4135575"/>
                <a:ext cx="6462181" cy="74834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𝑶𝑼𝑻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𝑫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</m:t>
                                </m:r>
                              </m:sub>
                            </m:sSub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 	Flyback Voltage Conversion Ratio (DCM only)	</a:t>
                </a:r>
              </a:p>
              <a:p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4DD273-3D1E-6CC7-2F0E-ED987A365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46019" y="4135575"/>
                <a:ext cx="6462181" cy="7483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>
            <a:extLst>
              <a:ext uri="{FF2B5EF4-FFF2-40B4-BE49-F238E27FC236}">
                <a16:creationId xmlns:a16="http://schemas.microsoft.com/office/drawing/2014/main" id="{B2343D2B-77AF-A035-ACF5-6F186A1E7536}"/>
              </a:ext>
            </a:extLst>
          </p:cNvPr>
          <p:cNvSpPr/>
          <p:nvPr/>
        </p:nvSpPr>
        <p:spPr>
          <a:xfrm>
            <a:off x="3552867" y="2939178"/>
            <a:ext cx="314199" cy="3150048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91867461-F679-30FE-B5A2-0314948D8D17}"/>
              </a:ext>
            </a:extLst>
          </p:cNvPr>
          <p:cNvSpPr/>
          <p:nvPr/>
        </p:nvSpPr>
        <p:spPr>
          <a:xfrm>
            <a:off x="3727540" y="4450638"/>
            <a:ext cx="543806" cy="118221"/>
          </a:xfrm>
          <a:prstGeom prst="notchedRightArrow">
            <a:avLst>
              <a:gd name="adj1" fmla="val 50000"/>
              <a:gd name="adj2" fmla="val 6879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84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A6E18-3EC0-56E9-6B71-8ED8CDC3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4">
            <a:extLst>
              <a:ext uri="{FF2B5EF4-FFF2-40B4-BE49-F238E27FC236}">
                <a16:creationId xmlns:a16="http://schemas.microsoft.com/office/drawing/2014/main" id="{AECD27E4-2FD7-1A4C-6BFE-06CCC347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Stage Average Modeling (DCM)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DBC1B4-073F-4A65-4E1F-D5C322BE7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9" y="1287162"/>
            <a:ext cx="5487358" cy="272010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5C96BEC-42E8-8D1B-B685-705DA7751565}"/>
              </a:ext>
            </a:extLst>
          </p:cNvPr>
          <p:cNvGrpSpPr/>
          <p:nvPr/>
        </p:nvGrpSpPr>
        <p:grpSpPr>
          <a:xfrm>
            <a:off x="5834257" y="1207242"/>
            <a:ext cx="2793402" cy="2249797"/>
            <a:chOff x="-120020" y="2223589"/>
            <a:chExt cx="2793402" cy="224979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30AEA86-D617-9543-1B44-8AB1F64A74D1}"/>
                </a:ext>
              </a:extLst>
            </p:cNvPr>
            <p:cNvGrpSpPr/>
            <p:nvPr/>
          </p:nvGrpSpPr>
          <p:grpSpPr>
            <a:xfrm>
              <a:off x="335225" y="2467950"/>
              <a:ext cx="2338157" cy="2005436"/>
              <a:chOff x="3160923" y="3052234"/>
              <a:chExt cx="2338157" cy="2005436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6B2A2780-F637-ECB8-41D2-0B9EFC38DF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3066728E-B3E4-FD85-6DCD-D79FE33B15F2}"/>
                  </a:ext>
                </a:extLst>
              </p:cNvPr>
              <p:cNvCxnSpPr/>
              <p:nvPr/>
            </p:nvCxnSpPr>
            <p:spPr>
              <a:xfrm>
                <a:off x="3756235" y="4220633"/>
                <a:ext cx="56705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4CA0B4C8-8690-B0F5-13EC-FC42EB9F3714}"/>
                  </a:ext>
                </a:extLst>
              </p:cNvPr>
              <p:cNvCxnSpPr/>
              <p:nvPr/>
            </p:nvCxnSpPr>
            <p:spPr>
              <a:xfrm>
                <a:off x="3160923" y="4220633"/>
                <a:ext cx="56705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8D9978BF-528C-EBC7-56CB-EDFC8F1A70A2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8C657AFE-8524-94A0-A354-CBCB9AFF82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9B3F6FCE-FB95-93BC-749E-67DB88C42B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4558E91E-00E0-75BB-B964-273B17B169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27978" y="3967022"/>
                  <a:ext cx="0" cy="109064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132CF945-0740-47D4-97B6-BFCCCC697D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56098" y="3583668"/>
                  <a:ext cx="0" cy="147400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3DF01E63-E89B-FC72-019F-440DC6FCB2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73EE79F2-43E9-53C0-3E32-73504C4826E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8863CA2C-8BCB-427E-ED7C-E5F6C0D15B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33333" r="-3333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D54F05E7-3B37-AEF0-B37D-313CAEF4A8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6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177E3326-E890-26D7-538F-BB6D4429B7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6" cy="2769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25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FD051F61-1ABE-D224-5C3E-7E3AE31F09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1140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1E0A2746-7DB7-EF77-62C5-78E69C8D17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1140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23077" r="-1025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D5136B1F-54DE-A7B2-5788-33F47D81AD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93020" y="4082997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AFECFA8F-84C3-63F4-E984-599C1495B2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93020" y="4082997"/>
                      <a:ext cx="236475" cy="276999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23684" r="-1052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B8CC1CC-0A98-55C3-9502-84EA2AC48469}"/>
                </a:ext>
              </a:extLst>
            </p:cNvPr>
            <p:cNvCxnSpPr/>
            <p:nvPr/>
          </p:nvCxnSpPr>
          <p:spPr>
            <a:xfrm>
              <a:off x="335225" y="3477388"/>
              <a:ext cx="56705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BE8B39F-9016-CE9A-174B-3AC1235CBF7E}"/>
                </a:ext>
              </a:extLst>
            </p:cNvPr>
            <p:cNvCxnSpPr>
              <a:cxnSpLocks/>
            </p:cNvCxnSpPr>
            <p:nvPr/>
          </p:nvCxnSpPr>
          <p:spPr>
            <a:xfrm>
              <a:off x="902280" y="2677888"/>
              <a:ext cx="0" cy="83025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BA68F27-9ED6-332E-DF3F-53FA658549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280" y="2704086"/>
              <a:ext cx="65849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0048E6B-C683-8E48-392C-2D669CD4A4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0400" y="2704086"/>
              <a:ext cx="0" cy="31918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FAC641F-30A0-5E19-3515-3C442431A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0400" y="2999384"/>
              <a:ext cx="71543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2781144-CB0D-175C-8B2A-A8B6FC265DBA}"/>
                    </a:ext>
                  </a:extLst>
                </p:cNvPr>
                <p:cNvSpPr txBox="1"/>
                <p:nvPr/>
              </p:nvSpPr>
              <p:spPr>
                <a:xfrm>
                  <a:off x="553332" y="2223589"/>
                  <a:ext cx="1325029" cy="3516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2781144-CB0D-175C-8B2A-A8B6FC265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332" y="2223589"/>
                  <a:ext cx="1325029" cy="351699"/>
                </a:xfrm>
                <a:prstGeom prst="rect">
                  <a:avLst/>
                </a:prstGeom>
                <a:blipFill>
                  <a:blip r:embed="rId20"/>
                  <a:stretch>
                    <a:fillRect t="-5172" b="-103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6AF6C11-FBAD-50CC-C09B-E4888E29FC08}"/>
                    </a:ext>
                  </a:extLst>
                </p:cNvPr>
                <p:cNvSpPr txBox="1"/>
                <p:nvPr/>
              </p:nvSpPr>
              <p:spPr>
                <a:xfrm>
                  <a:off x="-120020" y="2457865"/>
                  <a:ext cx="388965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𝑺𝑾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6AF6C11-FBAD-50CC-C09B-E4888E29F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20020" y="2457865"/>
                  <a:ext cx="388965" cy="246221"/>
                </a:xfrm>
                <a:prstGeom prst="rect">
                  <a:avLst/>
                </a:prstGeom>
                <a:blipFill>
                  <a:blip r:embed="rId21"/>
                  <a:stretch>
                    <a:fillRect l="-14063" r="-9375" b="-146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BE3ADEE-73D7-B2BC-6DE9-F64A5E6C8487}"/>
              </a:ext>
            </a:extLst>
          </p:cNvPr>
          <p:cNvSpPr txBox="1"/>
          <p:nvPr/>
        </p:nvSpPr>
        <p:spPr>
          <a:xfrm>
            <a:off x="1015324" y="2512296"/>
            <a:ext cx="5476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1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</a:t>
            </a:r>
          </a:p>
        </p:txBody>
      </p:sp>
      <p:sp>
        <p:nvSpPr>
          <p:cNvPr id="52" name="Plus Sign 51">
            <a:extLst>
              <a:ext uri="{FF2B5EF4-FFF2-40B4-BE49-F238E27FC236}">
                <a16:creationId xmlns:a16="http://schemas.microsoft.com/office/drawing/2014/main" id="{0F5F5D07-7ACC-331B-558F-B8F9A2995227}"/>
              </a:ext>
            </a:extLst>
          </p:cNvPr>
          <p:cNvSpPr/>
          <p:nvPr/>
        </p:nvSpPr>
        <p:spPr>
          <a:xfrm>
            <a:off x="1167214" y="2332141"/>
            <a:ext cx="243840" cy="243840"/>
          </a:xfrm>
          <a:prstGeom prst="mathPlus">
            <a:avLst>
              <a:gd name="adj1" fmla="val 7895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Minus Sign 52">
            <a:extLst>
              <a:ext uri="{FF2B5EF4-FFF2-40B4-BE49-F238E27FC236}">
                <a16:creationId xmlns:a16="http://schemas.microsoft.com/office/drawing/2014/main" id="{78D6D9CC-671B-DFAE-2DBF-CB040EE180AE}"/>
              </a:ext>
            </a:extLst>
          </p:cNvPr>
          <p:cNvSpPr/>
          <p:nvPr/>
        </p:nvSpPr>
        <p:spPr>
          <a:xfrm>
            <a:off x="1167214" y="3250115"/>
            <a:ext cx="243840" cy="243840"/>
          </a:xfrm>
          <a:prstGeom prst="mathMinus">
            <a:avLst>
              <a:gd name="adj1" fmla="val 7895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4CCC3DB-D75D-D9BA-8CC0-52144399E6DB}"/>
              </a:ext>
            </a:extLst>
          </p:cNvPr>
          <p:cNvGrpSpPr/>
          <p:nvPr/>
        </p:nvGrpSpPr>
        <p:grpSpPr>
          <a:xfrm>
            <a:off x="6306416" y="4029862"/>
            <a:ext cx="2338157" cy="2005436"/>
            <a:chOff x="3160923" y="3052234"/>
            <a:chExt cx="2338157" cy="2005436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D67935BF-0288-B5DC-9DFB-E3C34FB70DBB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8FC3469-D4F0-D99F-B8EF-EE19B476828E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994F0A9-4F7F-2F08-1229-DD79770C3A3D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62CF8673-0542-DF67-7B25-252B2B51D94D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A8A4E981-3449-73BD-8A29-5675004100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D084A148-7296-F3A5-C8E5-A3E9F80D50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840ABFE5-857F-1B0D-601D-545AB26F85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54A4E3ED-B772-4B2C-F0D5-56AA3F0C35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4069329"/>
                <a:ext cx="0" cy="98834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4C0998F0-D2FB-4101-2357-BE2F15F9C6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89954097-4299-8BE0-A463-70E54010C4DF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7C3BDF2C-7B24-2F19-44D0-FEBF471317C7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AC0B3E0C-BABB-59C0-ADA0-28984D8BEA32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ACE39BE6-9C46-11E9-92FC-B72B38A53AFA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432674A7-6463-1405-BBDC-75575B7131E2}"/>
              </a:ext>
            </a:extLst>
          </p:cNvPr>
          <p:cNvCxnSpPr>
            <a:cxnSpLocks/>
          </p:cNvCxnSpPr>
          <p:nvPr/>
        </p:nvCxnSpPr>
        <p:spPr>
          <a:xfrm flipV="1">
            <a:off x="6306416" y="4320987"/>
            <a:ext cx="56705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9D6DFF1-4C42-9B0E-760B-FA44F0659251}"/>
              </a:ext>
            </a:extLst>
          </p:cNvPr>
          <p:cNvCxnSpPr>
            <a:cxnSpLocks/>
          </p:cNvCxnSpPr>
          <p:nvPr/>
        </p:nvCxnSpPr>
        <p:spPr>
          <a:xfrm flipH="1" flipV="1">
            <a:off x="6865358" y="4320987"/>
            <a:ext cx="4725" cy="718313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151A038-B720-BD57-85E7-02003D7FDE20}"/>
                  </a:ext>
                </a:extLst>
              </p:cNvPr>
              <p:cNvSpPr txBox="1"/>
              <p:nvPr/>
            </p:nvSpPr>
            <p:spPr>
              <a:xfrm>
                <a:off x="5923531" y="4014524"/>
                <a:ext cx="332170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𝑺𝑾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151A038-B720-BD57-85E7-02003D7F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531" y="4014524"/>
                <a:ext cx="332170" cy="246221"/>
              </a:xfrm>
              <a:prstGeom prst="rect">
                <a:avLst/>
              </a:prstGeom>
              <a:blipFill>
                <a:blip r:embed="rId22"/>
                <a:stretch>
                  <a:fillRect l="-22222" r="-11111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115DE0D-D4D8-0F4F-9809-0062060CAB2F}"/>
                  </a:ext>
                </a:extLst>
              </p:cNvPr>
              <p:cNvSpPr txBox="1"/>
              <p:nvPr/>
            </p:nvSpPr>
            <p:spPr>
              <a:xfrm flipH="1">
                <a:off x="6296257" y="4294075"/>
                <a:ext cx="295111" cy="403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115DE0D-D4D8-0F4F-9809-0062060CA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96257" y="4294075"/>
                <a:ext cx="295111" cy="403638"/>
              </a:xfrm>
              <a:prstGeom prst="rect">
                <a:avLst/>
              </a:prstGeom>
              <a:blipFill>
                <a:blip r:embed="rId23"/>
                <a:stretch>
                  <a:fillRect l="-8333" t="-1493" r="-2083" b="-74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2175A25-E300-B030-A504-EC21CD81B690}"/>
              </a:ext>
            </a:extLst>
          </p:cNvPr>
          <p:cNvCxnSpPr>
            <a:cxnSpLocks/>
          </p:cNvCxnSpPr>
          <p:nvPr/>
        </p:nvCxnSpPr>
        <p:spPr>
          <a:xfrm>
            <a:off x="6438513" y="4843275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CA53EF9-CD6A-24AB-1AAE-C9CBA469EB3E}"/>
              </a:ext>
            </a:extLst>
          </p:cNvPr>
          <p:cNvCxnSpPr>
            <a:cxnSpLocks/>
          </p:cNvCxnSpPr>
          <p:nvPr/>
        </p:nvCxnSpPr>
        <p:spPr>
          <a:xfrm flipV="1">
            <a:off x="6689302" y="4575754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B93A0F3-5D4A-3CD7-014D-48994C45B4C8}"/>
              </a:ext>
            </a:extLst>
          </p:cNvPr>
          <p:cNvCxnSpPr>
            <a:cxnSpLocks/>
          </p:cNvCxnSpPr>
          <p:nvPr/>
        </p:nvCxnSpPr>
        <p:spPr>
          <a:xfrm>
            <a:off x="6652887" y="4305513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DCB5F54-EE19-28F2-49A5-49E04E4C36BC}"/>
              </a:ext>
            </a:extLst>
          </p:cNvPr>
          <p:cNvCxnSpPr>
            <a:cxnSpLocks/>
          </p:cNvCxnSpPr>
          <p:nvPr/>
        </p:nvCxnSpPr>
        <p:spPr>
          <a:xfrm flipH="1">
            <a:off x="6859123" y="4133463"/>
            <a:ext cx="103822" cy="1573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8CBA271-3859-9C05-D7C0-AED4474F3762}"/>
                  </a:ext>
                </a:extLst>
              </p:cNvPr>
              <p:cNvSpPr txBox="1"/>
              <p:nvPr/>
            </p:nvSpPr>
            <p:spPr>
              <a:xfrm flipH="1">
                <a:off x="6473104" y="3751366"/>
                <a:ext cx="1048547" cy="398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8CBA271-3859-9C05-D7C0-AED4474F3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73104" y="3751366"/>
                <a:ext cx="1048547" cy="398827"/>
              </a:xfrm>
              <a:prstGeom prst="rect">
                <a:avLst/>
              </a:prstGeom>
              <a:blipFill>
                <a:blip r:embed="rId24"/>
                <a:stretch>
                  <a:fillRect t="-1515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6FED5DD-1637-61AB-147E-5583B075A3B5}"/>
              </a:ext>
            </a:extLst>
          </p:cNvPr>
          <p:cNvCxnSpPr>
            <a:cxnSpLocks/>
          </p:cNvCxnSpPr>
          <p:nvPr/>
        </p:nvCxnSpPr>
        <p:spPr>
          <a:xfrm flipH="1">
            <a:off x="6841520" y="5039300"/>
            <a:ext cx="137550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E2A24A3-CC88-D4A0-5EA1-7A94082FB8EC}"/>
                  </a:ext>
                </a:extLst>
              </p:cNvPr>
              <p:cNvSpPr txBox="1"/>
              <p:nvPr/>
            </p:nvSpPr>
            <p:spPr>
              <a:xfrm>
                <a:off x="6350547" y="2212907"/>
                <a:ext cx="436853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E2A24A3-CC88-D4A0-5EA1-7A94082FB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547" y="2212907"/>
                <a:ext cx="436853" cy="184666"/>
              </a:xfrm>
              <a:prstGeom prst="rect">
                <a:avLst/>
              </a:prstGeom>
              <a:blipFill>
                <a:blip r:embed="rId25"/>
                <a:stretch>
                  <a:fillRect b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CF5AE6-18F7-1B90-08C9-3EE1CBDF6285}"/>
                  </a:ext>
                </a:extLst>
              </p:cNvPr>
              <p:cNvSpPr txBox="1"/>
              <p:nvPr/>
            </p:nvSpPr>
            <p:spPr>
              <a:xfrm>
                <a:off x="7684150" y="1751342"/>
                <a:ext cx="329949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𝐼𝑁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CF5AE6-18F7-1B90-08C9-3EE1CBDF6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150" y="1751342"/>
                <a:ext cx="329949" cy="184666"/>
              </a:xfrm>
              <a:prstGeom prst="rect">
                <a:avLst/>
              </a:prstGeom>
              <a:blipFill>
                <a:blip r:embed="rId26"/>
                <a:stretch>
                  <a:fillRect b="-96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FDFC9F5-FFC6-72C3-068F-B45BF325F0F3}"/>
              </a:ext>
            </a:extLst>
          </p:cNvPr>
          <p:cNvCxnSpPr>
            <a:cxnSpLocks/>
          </p:cNvCxnSpPr>
          <p:nvPr/>
        </p:nvCxnSpPr>
        <p:spPr>
          <a:xfrm>
            <a:off x="8204711" y="1949933"/>
            <a:ext cx="0" cy="50587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D5EC0F5B-4190-6FB2-5CBC-78E461ADFC58}"/>
              </a:ext>
            </a:extLst>
          </p:cNvPr>
          <p:cNvSpPr txBox="1"/>
          <p:nvPr/>
        </p:nvSpPr>
        <p:spPr>
          <a:xfrm>
            <a:off x="3703153" y="1078867"/>
            <a:ext cx="5476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1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125" name="Plus Sign 124">
            <a:extLst>
              <a:ext uri="{FF2B5EF4-FFF2-40B4-BE49-F238E27FC236}">
                <a16:creationId xmlns:a16="http://schemas.microsoft.com/office/drawing/2014/main" id="{BD2DEC5F-46CE-D990-CE6A-0EAE9E335C31}"/>
              </a:ext>
            </a:extLst>
          </p:cNvPr>
          <p:cNvSpPr/>
          <p:nvPr/>
        </p:nvSpPr>
        <p:spPr>
          <a:xfrm>
            <a:off x="3458127" y="1139251"/>
            <a:ext cx="243840" cy="243840"/>
          </a:xfrm>
          <a:prstGeom prst="mathPlus">
            <a:avLst>
              <a:gd name="adj1" fmla="val 7895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Minus Sign 125">
            <a:extLst>
              <a:ext uri="{FF2B5EF4-FFF2-40B4-BE49-F238E27FC236}">
                <a16:creationId xmlns:a16="http://schemas.microsoft.com/office/drawing/2014/main" id="{BC212202-16CB-8FA7-03B2-DAF784C6ECF5}"/>
              </a:ext>
            </a:extLst>
          </p:cNvPr>
          <p:cNvSpPr/>
          <p:nvPr/>
        </p:nvSpPr>
        <p:spPr>
          <a:xfrm>
            <a:off x="4021193" y="1139251"/>
            <a:ext cx="243840" cy="243840"/>
          </a:xfrm>
          <a:prstGeom prst="mathMinus">
            <a:avLst>
              <a:gd name="adj1" fmla="val 7895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B0C13ED-00FF-4407-6971-E58D00B3B647}"/>
              </a:ext>
            </a:extLst>
          </p:cNvPr>
          <p:cNvSpPr txBox="1"/>
          <p:nvPr/>
        </p:nvSpPr>
        <p:spPr>
          <a:xfrm>
            <a:off x="1867474" y="2820073"/>
            <a:ext cx="44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</a:t>
            </a:r>
            <a:endParaRPr lang="en-US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7C5D0F2-3CF6-D84E-4449-35BA81F3DDBD}"/>
              </a:ext>
            </a:extLst>
          </p:cNvPr>
          <p:cNvCxnSpPr>
            <a:cxnSpLocks/>
          </p:cNvCxnSpPr>
          <p:nvPr/>
        </p:nvCxnSpPr>
        <p:spPr>
          <a:xfrm>
            <a:off x="1834665" y="2862805"/>
            <a:ext cx="0" cy="3616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F17881BA-0B61-31A7-C14F-4E908FBF0A5E}"/>
              </a:ext>
            </a:extLst>
          </p:cNvPr>
          <p:cNvSpPr txBox="1"/>
          <p:nvPr/>
        </p:nvSpPr>
        <p:spPr>
          <a:xfrm>
            <a:off x="3707236" y="1608391"/>
            <a:ext cx="336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endParaRPr lang="en-US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13FB702-1D2A-7451-83A9-7F259BDB04C2}"/>
              </a:ext>
            </a:extLst>
          </p:cNvPr>
          <p:cNvCxnSpPr>
            <a:cxnSpLocks/>
          </p:cNvCxnSpPr>
          <p:nvPr/>
        </p:nvCxnSpPr>
        <p:spPr>
          <a:xfrm>
            <a:off x="3701967" y="1670210"/>
            <a:ext cx="3470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469454B-55C3-2BA7-4659-3319CB6FE942}"/>
                  </a:ext>
                </a:extLst>
              </p:cNvPr>
              <p:cNvSpPr txBox="1"/>
              <p:nvPr/>
            </p:nvSpPr>
            <p:spPr>
              <a:xfrm flipH="1">
                <a:off x="368405" y="4525122"/>
                <a:ext cx="1659023" cy="18905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1200" b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𝑺𝑾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𝑰𝑵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𝑺𝑾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469454B-55C3-2BA7-4659-3319CB6FE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68405" y="4525122"/>
                <a:ext cx="1659023" cy="189058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F79240CF-71D0-504D-32CB-0A91673B2A73}"/>
              </a:ext>
            </a:extLst>
          </p:cNvPr>
          <p:cNvGrpSpPr/>
          <p:nvPr/>
        </p:nvGrpSpPr>
        <p:grpSpPr>
          <a:xfrm>
            <a:off x="9281328" y="4029862"/>
            <a:ext cx="2338157" cy="2005436"/>
            <a:chOff x="3160923" y="3052234"/>
            <a:chExt cx="2338157" cy="2005436"/>
          </a:xfrm>
        </p:grpSpPr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9C5289E6-F3E1-3DD5-4942-F0B7C7AB3FE4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FDF14801-FE3C-9454-4EE8-F27E87E26D8F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739C41B2-7B3C-01D5-469F-D89B0E09195B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2D7452F8-1734-CC07-8598-60CA2BEF95A2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212" name="Straight Arrow Connector 211">
                <a:extLst>
                  <a:ext uri="{FF2B5EF4-FFF2-40B4-BE49-F238E27FC236}">
                    <a16:creationId xmlns:a16="http://schemas.microsoft.com/office/drawing/2014/main" id="{52127AC7-96BD-323E-D017-DF95610A3D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>
                <a:extLst>
                  <a:ext uri="{FF2B5EF4-FFF2-40B4-BE49-F238E27FC236}">
                    <a16:creationId xmlns:a16="http://schemas.microsoft.com/office/drawing/2014/main" id="{CE51F485-3182-2FC0-0F9E-5ED651FEE3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D4281B6C-8664-FA7E-6E24-26FA856E20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555F75D6-BDF9-9230-D963-3F3219344F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4069329"/>
                <a:ext cx="0" cy="98834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1DBE5A5D-844E-57BC-B710-055BF89CE2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3029800B-34E8-4AF7-D73D-6D552BA58F35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F35FA67D-2A7E-0EAD-F03D-8A8D2E6AF298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39F93787-A62F-A90D-9ED5-944FD00AB5B4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D9299E10-E886-8965-EFD0-35B132A14B12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A7FF318-4A18-3C95-C873-1784B6A48541}"/>
              </a:ext>
            </a:extLst>
          </p:cNvPr>
          <p:cNvCxnSpPr>
            <a:cxnSpLocks/>
          </p:cNvCxnSpPr>
          <p:nvPr/>
        </p:nvCxnSpPr>
        <p:spPr>
          <a:xfrm>
            <a:off x="9281328" y="5046957"/>
            <a:ext cx="56705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DCA26A61-8C69-FAA6-C6BB-4509092B5720}"/>
              </a:ext>
            </a:extLst>
          </p:cNvPr>
          <p:cNvCxnSpPr>
            <a:cxnSpLocks/>
          </p:cNvCxnSpPr>
          <p:nvPr/>
        </p:nvCxnSpPr>
        <p:spPr>
          <a:xfrm flipH="1" flipV="1">
            <a:off x="9826553" y="4320987"/>
            <a:ext cx="66323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4EEFB46A-2BAA-51AE-6A05-552EF87F82EF}"/>
                  </a:ext>
                </a:extLst>
              </p:cNvPr>
              <p:cNvSpPr txBox="1"/>
              <p:nvPr/>
            </p:nvSpPr>
            <p:spPr>
              <a:xfrm>
                <a:off x="8927049" y="4013987"/>
                <a:ext cx="222183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4EEFB46A-2BAA-51AE-6A05-552EF87F8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049" y="4013987"/>
                <a:ext cx="222183" cy="246221"/>
              </a:xfrm>
              <a:prstGeom prst="rect">
                <a:avLst/>
              </a:prstGeom>
              <a:blipFill>
                <a:blip r:embed="rId32"/>
                <a:stretch>
                  <a:fillRect l="-27027" r="-13514" b="-14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8F075156-F7BE-0180-B238-39D4AF0DBEC6}"/>
              </a:ext>
            </a:extLst>
          </p:cNvPr>
          <p:cNvCxnSpPr>
            <a:cxnSpLocks/>
          </p:cNvCxnSpPr>
          <p:nvPr/>
        </p:nvCxnSpPr>
        <p:spPr>
          <a:xfrm>
            <a:off x="9627799" y="4305513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A6D8DB9B-6331-BAA2-F82E-A08825DC008A}"/>
              </a:ext>
            </a:extLst>
          </p:cNvPr>
          <p:cNvCxnSpPr>
            <a:cxnSpLocks/>
          </p:cNvCxnSpPr>
          <p:nvPr/>
        </p:nvCxnSpPr>
        <p:spPr>
          <a:xfrm>
            <a:off x="10026712" y="4827398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09B2732D-F303-EAC3-91BF-BCF0DA914CEC}"/>
              </a:ext>
            </a:extLst>
          </p:cNvPr>
          <p:cNvCxnSpPr>
            <a:cxnSpLocks/>
          </p:cNvCxnSpPr>
          <p:nvPr/>
        </p:nvCxnSpPr>
        <p:spPr>
          <a:xfrm flipV="1">
            <a:off x="10026806" y="4559877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BA9535D-6CF6-AB26-9C96-1C859BF47C5F}"/>
                  </a:ext>
                </a:extLst>
              </p:cNvPr>
              <p:cNvSpPr txBox="1"/>
              <p:nvPr/>
            </p:nvSpPr>
            <p:spPr>
              <a:xfrm flipH="1">
                <a:off x="10193870" y="4426041"/>
                <a:ext cx="939919" cy="4160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BA9535D-6CF6-AB26-9C96-1C859BF47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193870" y="4426041"/>
                <a:ext cx="939919" cy="416076"/>
              </a:xfrm>
              <a:prstGeom prst="rect">
                <a:avLst/>
              </a:prstGeom>
              <a:blipFill>
                <a:blip r:embed="rId33"/>
                <a:stretch>
                  <a:fillRect l="-2597" t="-4412" r="-10390" b="-73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40911D8D-DE3B-74B8-B05E-97C387F8735C}"/>
              </a:ext>
            </a:extLst>
          </p:cNvPr>
          <p:cNvCxnSpPr>
            <a:cxnSpLocks/>
          </p:cNvCxnSpPr>
          <p:nvPr/>
        </p:nvCxnSpPr>
        <p:spPr>
          <a:xfrm flipH="1">
            <a:off x="9833620" y="4067685"/>
            <a:ext cx="146470" cy="2336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AD55F61D-8346-BCFA-B46E-8E89B2CAFA1A}"/>
                  </a:ext>
                </a:extLst>
              </p:cNvPr>
              <p:cNvSpPr txBox="1"/>
              <p:nvPr/>
            </p:nvSpPr>
            <p:spPr>
              <a:xfrm flipH="1">
                <a:off x="9438229" y="3700205"/>
                <a:ext cx="1517190" cy="405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AD55F61D-8346-BCFA-B46E-8E89B2CAF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438229" y="3700205"/>
                <a:ext cx="1517190" cy="405945"/>
              </a:xfrm>
              <a:prstGeom prst="rect">
                <a:avLst/>
              </a:prstGeom>
              <a:blipFill>
                <a:blip r:embed="rId34"/>
                <a:stretch>
                  <a:fillRect l="-402" t="-2985" b="-89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718C7E5A-F0E8-008F-86A7-B5101CF0D413}"/>
              </a:ext>
            </a:extLst>
          </p:cNvPr>
          <p:cNvCxnSpPr>
            <a:cxnSpLocks/>
          </p:cNvCxnSpPr>
          <p:nvPr/>
        </p:nvCxnSpPr>
        <p:spPr>
          <a:xfrm flipH="1">
            <a:off x="10453220" y="5039300"/>
            <a:ext cx="73871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7B8F1CF8-52A4-1566-45DE-BF09C8235BEE}"/>
              </a:ext>
            </a:extLst>
          </p:cNvPr>
          <p:cNvCxnSpPr>
            <a:cxnSpLocks/>
          </p:cNvCxnSpPr>
          <p:nvPr/>
        </p:nvCxnSpPr>
        <p:spPr>
          <a:xfrm flipV="1">
            <a:off x="9848383" y="4345715"/>
            <a:ext cx="0" cy="72949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9287B6D4-CB67-01C6-2A57-5F31E4CA09C6}"/>
              </a:ext>
            </a:extLst>
          </p:cNvPr>
          <p:cNvGrpSpPr/>
          <p:nvPr/>
        </p:nvGrpSpPr>
        <p:grpSpPr>
          <a:xfrm>
            <a:off x="9264414" y="1478916"/>
            <a:ext cx="2338157" cy="2005436"/>
            <a:chOff x="3160923" y="3052234"/>
            <a:chExt cx="2338157" cy="2005436"/>
          </a:xfrm>
        </p:grpSpPr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0095BE3E-CC53-E859-1583-2845E0FEA242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859D84E6-460A-6F48-0411-618C14D77F6F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0BF9A830-43E5-057E-AD9C-4995B889032F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B5410215-A94A-A355-0B3E-3A61DC35DEC3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237" name="Straight Arrow Connector 236">
                <a:extLst>
                  <a:ext uri="{FF2B5EF4-FFF2-40B4-BE49-F238E27FC236}">
                    <a16:creationId xmlns:a16="http://schemas.microsoft.com/office/drawing/2014/main" id="{CF9C5774-23C3-E004-02C3-BF8F9D1E86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8" name="Straight Arrow Connector 237">
                <a:extLst>
                  <a:ext uri="{FF2B5EF4-FFF2-40B4-BE49-F238E27FC236}">
                    <a16:creationId xmlns:a16="http://schemas.microsoft.com/office/drawing/2014/main" id="{C75BBA74-6501-4E7A-18A0-C12293760B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936FD9BA-E579-4446-67C9-79C534FC32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108325"/>
                <a:ext cx="0" cy="154258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C6429835-E652-C18C-A4BD-614065CA63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3108325"/>
                <a:ext cx="0" cy="1569063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992ED655-3CFB-EB5F-F5D3-5EB9B4984C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2" name="TextBox 241">
                    <a:extLst>
                      <a:ext uri="{FF2B5EF4-FFF2-40B4-BE49-F238E27FC236}">
                        <a16:creationId xmlns:a16="http://schemas.microsoft.com/office/drawing/2014/main" id="{365594A0-36E7-E6CA-F860-73991B936488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E1D77F67-C58D-69A9-C4F4-51215D34CD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9130" r="-3478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3" name="TextBox 242">
                    <a:extLst>
                      <a:ext uri="{FF2B5EF4-FFF2-40B4-BE49-F238E27FC236}">
                        <a16:creationId xmlns:a16="http://schemas.microsoft.com/office/drawing/2014/main" id="{566B3DD3-D449-6C0C-7E03-8C39FA96FDA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81BB2D62-C9A8-27CD-1E35-58163B7AB5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3077" r="-1025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4" name="TextBox 243">
                    <a:extLst>
                      <a:ext uri="{FF2B5EF4-FFF2-40B4-BE49-F238E27FC236}">
                        <a16:creationId xmlns:a16="http://schemas.microsoft.com/office/drawing/2014/main" id="{B041C245-39B5-548C-C125-2F179D95D979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B7B040F9-31BF-F281-5D70-C03A74B2CC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0000" r="-7500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5" name="TextBox 244">
                    <a:extLst>
                      <a:ext uri="{FF2B5EF4-FFF2-40B4-BE49-F238E27FC236}">
                        <a16:creationId xmlns:a16="http://schemas.microsoft.com/office/drawing/2014/main" id="{196B8FFF-F9B6-BF80-D59D-FE305098005F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330EF92E-DCE8-5967-A67E-3383ADC1F0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0513" r="-769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6DE3AC2-D72F-A7D5-E17D-6309E350F607}"/>
              </a:ext>
            </a:extLst>
          </p:cNvPr>
          <p:cNvCxnSpPr>
            <a:cxnSpLocks/>
          </p:cNvCxnSpPr>
          <p:nvPr/>
        </p:nvCxnSpPr>
        <p:spPr>
          <a:xfrm>
            <a:off x="9264414" y="3077591"/>
            <a:ext cx="595312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E52D3027-24F2-7B4E-24FC-95ABD503C038}"/>
              </a:ext>
            </a:extLst>
          </p:cNvPr>
          <p:cNvCxnSpPr>
            <a:cxnSpLocks/>
          </p:cNvCxnSpPr>
          <p:nvPr/>
        </p:nvCxnSpPr>
        <p:spPr>
          <a:xfrm>
            <a:off x="9831469" y="2419350"/>
            <a:ext cx="0" cy="66090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1EF75359-DC04-09F9-0A72-F4B4C36FA5B9}"/>
              </a:ext>
            </a:extLst>
          </p:cNvPr>
          <p:cNvCxnSpPr>
            <a:cxnSpLocks/>
          </p:cNvCxnSpPr>
          <p:nvPr/>
        </p:nvCxnSpPr>
        <p:spPr>
          <a:xfrm>
            <a:off x="9848383" y="2447427"/>
            <a:ext cx="628120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E6967899-2B48-45F8-DE4C-5FF131C1586A}"/>
              </a:ext>
            </a:extLst>
          </p:cNvPr>
          <p:cNvCxnSpPr>
            <a:cxnSpLocks/>
          </p:cNvCxnSpPr>
          <p:nvPr/>
        </p:nvCxnSpPr>
        <p:spPr>
          <a:xfrm>
            <a:off x="10459589" y="2458880"/>
            <a:ext cx="0" cy="388986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382A8997-AD98-10D3-B60D-B9ED91EC6A57}"/>
              </a:ext>
            </a:extLst>
          </p:cNvPr>
          <p:cNvCxnSpPr>
            <a:cxnSpLocks/>
          </p:cNvCxnSpPr>
          <p:nvPr/>
        </p:nvCxnSpPr>
        <p:spPr>
          <a:xfrm flipH="1">
            <a:off x="10476503" y="2816053"/>
            <a:ext cx="71543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7CF8EC78-A452-0359-AA3C-BC00774105CC}"/>
                  </a:ext>
                </a:extLst>
              </p:cNvPr>
              <p:cNvSpPr txBox="1"/>
              <p:nvPr/>
            </p:nvSpPr>
            <p:spPr>
              <a:xfrm>
                <a:off x="8967351" y="1478915"/>
                <a:ext cx="222183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7CF8EC78-A452-0359-AA3C-BC0077410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351" y="1478915"/>
                <a:ext cx="222183" cy="246221"/>
              </a:xfrm>
              <a:prstGeom prst="rect">
                <a:avLst/>
              </a:prstGeom>
              <a:blipFill>
                <a:blip r:embed="rId35"/>
                <a:stretch>
                  <a:fillRect l="-30556" r="-33333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C2087982-A2B0-9C5A-634C-2ECC0FC0F2C9}"/>
                  </a:ext>
                </a:extLst>
              </p:cNvPr>
              <p:cNvSpPr txBox="1"/>
              <p:nvPr/>
            </p:nvSpPr>
            <p:spPr>
              <a:xfrm>
                <a:off x="9274861" y="3138524"/>
                <a:ext cx="1232017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𝑂𝑈𝑇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C2087982-A2B0-9C5A-634C-2ECC0FC0F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861" y="3138524"/>
                <a:ext cx="1232017" cy="184666"/>
              </a:xfrm>
              <a:prstGeom prst="rect">
                <a:avLst/>
              </a:prstGeom>
              <a:blipFill>
                <a:blip r:embed="rId36"/>
                <a:stretch>
                  <a:fillRect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39DDA937-6ACD-52CA-F15B-FAE562AC05F3}"/>
                  </a:ext>
                </a:extLst>
              </p:cNvPr>
              <p:cNvSpPr txBox="1"/>
              <p:nvPr/>
            </p:nvSpPr>
            <p:spPr>
              <a:xfrm>
                <a:off x="10053619" y="2234509"/>
                <a:ext cx="179268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39DDA937-6ACD-52CA-F15B-FAE562AC0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619" y="2234509"/>
                <a:ext cx="179268" cy="184666"/>
              </a:xfrm>
              <a:prstGeom prst="rect">
                <a:avLst/>
              </a:prstGeom>
              <a:blipFill>
                <a:blip r:embed="rId37"/>
                <a:stretch>
                  <a:fillRect l="-23333" r="-6667"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6D808097-2110-3626-8FBD-954E6EB2C3CF}"/>
                  </a:ext>
                </a:extLst>
              </p:cNvPr>
              <p:cNvSpPr txBox="1"/>
              <p:nvPr/>
            </p:nvSpPr>
            <p:spPr>
              <a:xfrm>
                <a:off x="10565924" y="2852468"/>
                <a:ext cx="436853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𝑂𝑈𝑇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6D808097-2110-3626-8FBD-954E6EB2C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924" y="2852468"/>
                <a:ext cx="436853" cy="184666"/>
              </a:xfrm>
              <a:prstGeom prst="rect">
                <a:avLst/>
              </a:prstGeom>
              <a:blipFill>
                <a:blip r:embed="rId38"/>
                <a:stretch>
                  <a:fillRect l="-4167" r="-6944"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E8F1AB68-FC13-8E48-303E-F79D32694B78}"/>
              </a:ext>
            </a:extLst>
          </p:cNvPr>
          <p:cNvCxnSpPr>
            <a:cxnSpLocks/>
          </p:cNvCxnSpPr>
          <p:nvPr/>
        </p:nvCxnSpPr>
        <p:spPr>
          <a:xfrm>
            <a:off x="9264414" y="2785533"/>
            <a:ext cx="0" cy="318537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Arrow: Notched Right 1">
            <a:extLst>
              <a:ext uri="{FF2B5EF4-FFF2-40B4-BE49-F238E27FC236}">
                <a16:creationId xmlns:a16="http://schemas.microsoft.com/office/drawing/2014/main" id="{786A4A73-C265-1FDE-3DFF-A84B5F8E087D}"/>
              </a:ext>
            </a:extLst>
          </p:cNvPr>
          <p:cNvSpPr/>
          <p:nvPr/>
        </p:nvSpPr>
        <p:spPr>
          <a:xfrm>
            <a:off x="2145970" y="5411302"/>
            <a:ext cx="806696" cy="91211"/>
          </a:xfrm>
          <a:prstGeom prst="notchedRightArrow">
            <a:avLst>
              <a:gd name="adj1" fmla="val 50000"/>
              <a:gd name="adj2" fmla="val 6879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7BFAF2-D446-96E9-488F-0E9BA8CB38AD}"/>
                  </a:ext>
                </a:extLst>
              </p:cNvPr>
              <p:cNvSpPr txBox="1"/>
              <p:nvPr/>
            </p:nvSpPr>
            <p:spPr>
              <a:xfrm flipH="1">
                <a:off x="3036022" y="4491334"/>
                <a:ext cx="2344190" cy="216232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1200" b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𝑺𝑾</m:t>
                              </m:r>
                            </m:sub>
                          </m:sSub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𝑺𝑾</m:t>
                              </m:r>
                            </m:sub>
                          </m:sSub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𝑶𝑼𝑻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d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</m:e>
                    </m:d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𝑶𝑼𝑻</m:t>
                            </m:r>
                          </m:sub>
                        </m:sSub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den>
                    </m:f>
                  </m:oMath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7BFAF2-D446-96E9-488F-0E9BA8CB3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036022" y="4491334"/>
                <a:ext cx="2344190" cy="2162323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063FAFB-C825-C0A7-F2DE-1CE375B6FA66}"/>
              </a:ext>
            </a:extLst>
          </p:cNvPr>
          <p:cNvSpPr txBox="1"/>
          <p:nvPr/>
        </p:nvSpPr>
        <p:spPr>
          <a:xfrm>
            <a:off x="517031" y="4088488"/>
            <a:ext cx="1385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Instantaneous</a:t>
            </a:r>
          </a:p>
          <a:p>
            <a:r>
              <a:rPr lang="en-US" sz="1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Switch/Diode </a:t>
            </a:r>
            <a:r>
              <a:rPr lang="en-US" sz="12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Eqns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847A28-8C6A-3E5A-D59A-11DA7328CB7E}"/>
              </a:ext>
            </a:extLst>
          </p:cNvPr>
          <p:cNvSpPr txBox="1"/>
          <p:nvPr/>
        </p:nvSpPr>
        <p:spPr>
          <a:xfrm>
            <a:off x="3531805" y="4063457"/>
            <a:ext cx="1385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Averaged</a:t>
            </a:r>
          </a:p>
          <a:p>
            <a:r>
              <a:rPr lang="en-US" sz="1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Switch/Diode </a:t>
            </a:r>
            <a:r>
              <a:rPr lang="en-US" sz="12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Eqns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4DD6A0-FD43-12B6-7338-C0921E79399E}"/>
              </a:ext>
            </a:extLst>
          </p:cNvPr>
          <p:cNvSpPr txBox="1"/>
          <p:nvPr/>
        </p:nvSpPr>
        <p:spPr>
          <a:xfrm>
            <a:off x="2109818" y="4810576"/>
            <a:ext cx="1037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Periodic Steady-State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Averaging</a:t>
            </a:r>
          </a:p>
        </p:txBody>
      </p:sp>
    </p:spTree>
    <p:extLst>
      <p:ext uri="{BB962C8B-B14F-4D97-AF65-F5344CB8AC3E}">
        <p14:creationId xmlns:p14="http://schemas.microsoft.com/office/powerpoint/2010/main" val="3695163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1E500-8F7E-7064-2BD6-B8CEF00F7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F6E283-ECFF-EF0A-A12B-EAC9A1247041}"/>
              </a:ext>
            </a:extLst>
          </p:cNvPr>
          <p:cNvGrpSpPr/>
          <p:nvPr/>
        </p:nvGrpSpPr>
        <p:grpSpPr>
          <a:xfrm>
            <a:off x="115043" y="1772777"/>
            <a:ext cx="9751323" cy="4171077"/>
            <a:chOff x="236963" y="1026017"/>
            <a:chExt cx="9751323" cy="417107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77B8F3-1C8F-59D4-FD44-4AD492AF6466}"/>
                </a:ext>
              </a:extLst>
            </p:cNvPr>
            <p:cNvGrpSpPr/>
            <p:nvPr/>
          </p:nvGrpSpPr>
          <p:grpSpPr>
            <a:xfrm>
              <a:off x="236963" y="1026017"/>
              <a:ext cx="9751323" cy="4171077"/>
              <a:chOff x="236963" y="1026017"/>
              <a:chExt cx="9751323" cy="4171077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3F976B4-7902-534B-53F6-F60C76C58E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4792" y="1244661"/>
                <a:ext cx="8221146" cy="3952433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900940-9955-CC97-54B5-A3966EC66CD7}"/>
                  </a:ext>
                </a:extLst>
              </p:cNvPr>
              <p:cNvSpPr txBox="1"/>
              <p:nvPr/>
            </p:nvSpPr>
            <p:spPr>
              <a:xfrm>
                <a:off x="2351172" y="3452517"/>
                <a:ext cx="547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</a:t>
                </a:r>
                <a:endPara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45368D9-2A1B-C299-9D5A-F3927F530A20}"/>
                  </a:ext>
                </a:extLst>
              </p:cNvPr>
              <p:cNvGrpSpPr/>
              <p:nvPr/>
            </p:nvGrpSpPr>
            <p:grpSpPr>
              <a:xfrm>
                <a:off x="236963" y="1026017"/>
                <a:ext cx="9751323" cy="2097671"/>
                <a:chOff x="420341" y="1211437"/>
                <a:chExt cx="9751323" cy="209767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C0D2759-3E2D-1501-B5DA-B5DEF8C2B0B2}"/>
                    </a:ext>
                  </a:extLst>
                </p:cNvPr>
                <p:cNvGrpSpPr/>
                <p:nvPr/>
              </p:nvGrpSpPr>
              <p:grpSpPr>
                <a:xfrm>
                  <a:off x="420341" y="1211437"/>
                  <a:ext cx="9751323" cy="2097671"/>
                  <a:chOff x="420341" y="1211437"/>
                  <a:chExt cx="9751323" cy="2097671"/>
                </a:xfrm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77655CCE-CFAF-D662-539D-294B863493DC}"/>
                      </a:ext>
                    </a:extLst>
                  </p:cNvPr>
                  <p:cNvGrpSpPr/>
                  <p:nvPr/>
                </p:nvGrpSpPr>
                <p:grpSpPr>
                  <a:xfrm>
                    <a:off x="420341" y="1211437"/>
                    <a:ext cx="8948037" cy="2097671"/>
                    <a:chOff x="420341" y="1211437"/>
                    <a:chExt cx="8948037" cy="2097671"/>
                  </a:xfrm>
                </p:grpSpPr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7B8A08FD-EB68-9ED9-6C72-FF8AABFE7B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0341" y="2939776"/>
                      <a:ext cx="5783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</a:p>
                  </p:txBody>
                </p:sp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A7DE5412-7DBA-6CAA-61C3-FA6DDC1121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69734" y="1211437"/>
                      <a:ext cx="6498644" cy="2065409"/>
                      <a:chOff x="2869734" y="1211437"/>
                      <a:chExt cx="6498644" cy="2065409"/>
                    </a:xfrm>
                  </p:grpSpPr>
                  <p:grpSp>
                    <p:nvGrpSpPr>
                      <p:cNvPr id="27" name="Group 26">
                        <a:extLst>
                          <a:ext uri="{FF2B5EF4-FFF2-40B4-BE49-F238E27FC236}">
                            <a16:creationId xmlns:a16="http://schemas.microsoft.com/office/drawing/2014/main" id="{0701645C-7C97-8F7A-8755-5E573AD1656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869734" y="1211437"/>
                        <a:ext cx="5972448" cy="2065409"/>
                        <a:chOff x="2869734" y="1211437"/>
                        <a:chExt cx="5972448" cy="2065409"/>
                      </a:xfrm>
                    </p:grpSpPr>
                    <p:grpSp>
                      <p:nvGrpSpPr>
                        <p:cNvPr id="30" name="Group 29">
                          <a:extLst>
                            <a:ext uri="{FF2B5EF4-FFF2-40B4-BE49-F238E27FC236}">
                              <a16:creationId xmlns:a16="http://schemas.microsoft.com/office/drawing/2014/main" id="{6D726A19-5564-4C9D-68C5-0EBA6084669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869734" y="1211437"/>
                          <a:ext cx="3432309" cy="2065409"/>
                          <a:chOff x="1099527" y="812834"/>
                          <a:chExt cx="3432309" cy="2065409"/>
                        </a:xfrm>
                      </p:grpSpPr>
                      <p:grpSp>
                        <p:nvGrpSpPr>
                          <p:cNvPr id="33" name="Group 32">
                            <a:extLst>
                              <a:ext uri="{FF2B5EF4-FFF2-40B4-BE49-F238E27FC236}">
                                <a16:creationId xmlns:a16="http://schemas.microsoft.com/office/drawing/2014/main" id="{0E46E992-E364-51E4-8DC7-8BDF44DF644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99527" y="812834"/>
                            <a:ext cx="3432309" cy="2065409"/>
                            <a:chOff x="1099527" y="812834"/>
                            <a:chExt cx="3432309" cy="2065409"/>
                          </a:xfrm>
                        </p:grpSpPr>
                        <p:grpSp>
                          <p:nvGrpSpPr>
                            <p:cNvPr id="36" name="Group 35">
                              <a:extLst>
                                <a:ext uri="{FF2B5EF4-FFF2-40B4-BE49-F238E27FC236}">
                                  <a16:creationId xmlns:a16="http://schemas.microsoft.com/office/drawing/2014/main" id="{AF25E99B-5BC8-130E-0B46-45B4352CB60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99527" y="812834"/>
                              <a:ext cx="3432309" cy="2065409"/>
                              <a:chOff x="1099527" y="812834"/>
                              <a:chExt cx="3432309" cy="2065409"/>
                            </a:xfrm>
                          </p:grpSpPr>
                          <p:sp>
                            <p:nvSpPr>
                              <p:cNvPr id="41" name="TextBox 40">
                                <a:extLst>
                                  <a:ext uri="{FF2B5EF4-FFF2-40B4-BE49-F238E27FC236}">
                                    <a16:creationId xmlns:a16="http://schemas.microsoft.com/office/drawing/2014/main" id="{E1172BE3-A35E-EDBC-4D97-BCA7D01562A3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99527" y="1782632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1</a:t>
                                </a:r>
                              </a:p>
                            </p:txBody>
                          </p:sp>
                          <p:sp>
                            <p:nvSpPr>
                              <p:cNvPr id="42" name="TextBox 41">
                                <a:extLst>
                                  <a:ext uri="{FF2B5EF4-FFF2-40B4-BE49-F238E27FC236}">
                                    <a16:creationId xmlns:a16="http://schemas.microsoft.com/office/drawing/2014/main" id="{CD09EF0C-9E5F-56BA-DEB0-0FF4754F8E3D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4086882" y="1787644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2</a:t>
                                </a:r>
                              </a:p>
                            </p:txBody>
                          </p:sp>
                          <p:grpSp>
                            <p:nvGrpSpPr>
                              <p:cNvPr id="43" name="Group 42">
                                <a:extLst>
                                  <a:ext uri="{FF2B5EF4-FFF2-40B4-BE49-F238E27FC236}">
                                    <a16:creationId xmlns:a16="http://schemas.microsoft.com/office/drawing/2014/main" id="{1342B48F-DD44-096E-1071-61F51B294948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151959" y="812834"/>
                                <a:ext cx="3230370" cy="2065409"/>
                                <a:chOff x="1151959" y="812834"/>
                                <a:chExt cx="3230370" cy="2065409"/>
                              </a:xfrm>
                            </p:grpSpPr>
                            <p:grpSp>
                              <p:nvGrpSpPr>
                                <p:cNvPr id="44" name="Group 43">
                                  <a:extLst>
                                    <a:ext uri="{FF2B5EF4-FFF2-40B4-BE49-F238E27FC236}">
                                      <a16:creationId xmlns:a16="http://schemas.microsoft.com/office/drawing/2014/main" id="{CE60874D-53E5-00E8-795D-2CA31E4893A0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216243" y="812834"/>
                                  <a:ext cx="3100982" cy="2065409"/>
                                  <a:chOff x="570448" y="926499"/>
                                  <a:chExt cx="3100982" cy="2065409"/>
                                </a:xfrm>
                              </p:grpSpPr>
                              <p:grpSp>
                                <p:nvGrpSpPr>
                                  <p:cNvPr id="51" name="Group 50">
                                    <a:extLst>
                                      <a:ext uri="{FF2B5EF4-FFF2-40B4-BE49-F238E27FC236}">
                                        <a16:creationId xmlns:a16="http://schemas.microsoft.com/office/drawing/2014/main" id="{D0DABF2A-DD28-830B-B346-E1F4BDC649B1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570448" y="1145143"/>
                                    <a:ext cx="3100982" cy="1846765"/>
                                    <a:chOff x="1961098" y="2221468"/>
                                    <a:chExt cx="3100982" cy="1846765"/>
                                  </a:xfrm>
                                </p:grpSpPr>
                                <p:grpSp>
                                  <p:nvGrpSpPr>
                                    <p:cNvPr id="54" name="Group 53">
                                      <a:extLst>
                                        <a:ext uri="{FF2B5EF4-FFF2-40B4-BE49-F238E27FC236}">
                                          <a16:creationId xmlns:a16="http://schemas.microsoft.com/office/drawing/2014/main" id="{9C222F7D-360D-017B-1E6A-3F368D91C836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2175796" y="2221468"/>
                                      <a:ext cx="1956995" cy="1580065"/>
                                      <a:chOff x="1934496" y="2589768"/>
                                      <a:chExt cx="1956995" cy="1580065"/>
                                    </a:xfrm>
                                  </p:grpSpPr>
                                  <p:grpSp>
                                    <p:nvGrpSpPr>
                                      <p:cNvPr id="59" name="Group 58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37E36E39-F105-9264-9DD4-987AD090973A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3302479" y="2959100"/>
                                        <a:ext cx="586906" cy="1210733"/>
                                        <a:chOff x="3484513" y="4250267"/>
                                        <a:chExt cx="586906" cy="1210733"/>
                                      </a:xfrm>
                                    </p:grpSpPr>
                                    <p:cxnSp>
                                      <p:nvCxnSpPr>
                                        <p:cNvPr id="62" name="Straight Connector 61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627CD568-3C59-527B-43C7-0862AB1536FD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680884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63" name="Oval 62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7D21D52F-075C-586C-0D4C-A86061B49041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484513" y="4336307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  <p:cxnSp>
                                      <p:nvCxnSpPr>
                                        <p:cNvPr id="64" name="Straight Connector 63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80D5B02-8DAC-AC0B-51CC-55C73CA9E0F9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823758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65" name="Oval 64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30DC7262-7151-62A0-02DF-6E22F2AE8E3F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968836" y="5230246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60" name="TextBox 59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6425B0D5-CCFC-5C68-3A26-7488554316BC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3332691" y="2589768"/>
                                        <a:ext cx="558800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1:n</a:t>
                                        </a:r>
                                      </a:p>
                                    </p:txBody>
                                  </p:sp>
                                  <p:sp>
                                    <p:nvSpPr>
                                      <p:cNvPr id="61" name="TextBox 60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87144314-42FB-58D2-822D-A11E74285CC3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1934496" y="3310123"/>
                                        <a:ext cx="485769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L</a:t>
                                        </a:r>
                                        <a:r>
                                          <a:rPr lang="en-US" baseline="-25000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µ1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55" name="Oval 54">
                                      <a:extLst>
                                        <a:ext uri="{FF2B5EF4-FFF2-40B4-BE49-F238E27FC236}">
                                          <a16:creationId xmlns:a16="http://schemas.microsoft.com/office/drawing/2014/main" id="{A57D222D-84FC-B560-1C26-72A559CE25AD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2328131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56" name="Oval 55">
                                      <a:extLst>
                                        <a:ext uri="{FF2B5EF4-FFF2-40B4-BE49-F238E27FC236}">
                                          <a16:creationId xmlns:a16="http://schemas.microsoft.com/office/drawing/2014/main" id="{52BF397F-0DEA-B863-B6D0-163DEEAEC258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3958165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57" name="Oval 56">
                                      <a:extLst>
                                        <a:ext uri="{FF2B5EF4-FFF2-40B4-BE49-F238E27FC236}">
                                          <a16:creationId xmlns:a16="http://schemas.microsoft.com/office/drawing/2014/main" id="{A056E4A9-4264-9AA0-3E6B-A22CE256F8B9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233309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 dirty="0"/>
                                    </a:p>
                                  </p:txBody>
                                </p:sp>
                                <p:sp>
                                  <p:nvSpPr>
                                    <p:cNvPr id="58" name="Oval 57">
                                      <a:extLst>
                                        <a:ext uri="{FF2B5EF4-FFF2-40B4-BE49-F238E27FC236}">
                                          <a16:creationId xmlns:a16="http://schemas.microsoft.com/office/drawing/2014/main" id="{DD293F6B-952B-4D82-E020-AE9B29DF489C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395234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52" name="Rectangle 51">
                                    <a:extLst>
                                      <a:ext uri="{FF2B5EF4-FFF2-40B4-BE49-F238E27FC236}">
                                        <a16:creationId xmlns:a16="http://schemas.microsoft.com/office/drawing/2014/main" id="{DB4659ED-95D6-AE04-4376-9B74DDECBB55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916576" y="1180042"/>
                                    <a:ext cx="1029189" cy="181186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solidFill>
                                      <a:schemeClr val="tx1"/>
                                    </a:solidFill>
                                    <a:prstDash val="sysDot"/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53" name="TextBox 52">
                                    <a:extLst>
                                      <a:ext uri="{FF2B5EF4-FFF2-40B4-BE49-F238E27FC236}">
                                        <a16:creationId xmlns:a16="http://schemas.microsoft.com/office/drawing/2014/main" id="{22356EDB-C5C3-8B1F-0214-8F7067C89326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2130843" y="926499"/>
                                    <a:ext cx="588430" cy="27699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200" dirty="0">
                                        <a:latin typeface="Calibri" panose="020F0502020204030204" pitchFamily="34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a:t>(Ideal)</a:t>
                                    </a:r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45" name="Group 44">
                                  <a:extLst>
                                    <a:ext uri="{FF2B5EF4-FFF2-40B4-BE49-F238E27FC236}">
                                      <a16:creationId xmlns:a16="http://schemas.microsoft.com/office/drawing/2014/main" id="{6F2B8CF1-B5CA-6509-1F16-57F85C91C13D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151959" y="1290056"/>
                                  <a:ext cx="243840" cy="1472298"/>
                                  <a:chOff x="1151959" y="1290056"/>
                                  <a:chExt cx="243840" cy="1472298"/>
                                </a:xfrm>
                              </p:grpSpPr>
                              <p:sp>
                                <p:nvSpPr>
                                  <p:cNvPr id="49" name="Plus Sign 48">
                                    <a:extLst>
                                      <a:ext uri="{FF2B5EF4-FFF2-40B4-BE49-F238E27FC236}">
                                        <a16:creationId xmlns:a16="http://schemas.microsoft.com/office/drawing/2014/main" id="{495FC596-410E-E5CD-BBC3-E34E09C3285F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1290056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50" name="Minus Sign 49">
                                    <a:extLst>
                                      <a:ext uri="{FF2B5EF4-FFF2-40B4-BE49-F238E27FC236}">
                                        <a16:creationId xmlns:a16="http://schemas.microsoft.com/office/drawing/2014/main" id="{72A56F39-7486-E8D7-1D16-DA0DD2883322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2518514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46" name="Group 45">
                                  <a:extLst>
                                    <a:ext uri="{FF2B5EF4-FFF2-40B4-BE49-F238E27FC236}">
                                      <a16:creationId xmlns:a16="http://schemas.microsoft.com/office/drawing/2014/main" id="{60C15DE1-19D9-BA52-24DE-9CCB1D073FD2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 rot="10800000">
                                  <a:off x="4138489" y="1225112"/>
                                  <a:ext cx="243840" cy="1450809"/>
                                  <a:chOff x="1078242" y="1305784"/>
                                  <a:chExt cx="243840" cy="1450809"/>
                                </a:xfrm>
                              </p:grpSpPr>
                              <p:sp>
                                <p:nvSpPr>
                                  <p:cNvPr id="47" name="Plus Sign 46">
                                    <a:extLst>
                                      <a:ext uri="{FF2B5EF4-FFF2-40B4-BE49-F238E27FC236}">
                                        <a16:creationId xmlns:a16="http://schemas.microsoft.com/office/drawing/2014/main" id="{AC64D1C3-367C-3412-0C98-BEF316B393AD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1305784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48" name="Minus Sign 47">
                                    <a:extLst>
                                      <a:ext uri="{FF2B5EF4-FFF2-40B4-BE49-F238E27FC236}">
                                        <a16:creationId xmlns:a16="http://schemas.microsoft.com/office/drawing/2014/main" id="{D8F77FF9-0382-4842-9312-75543956C979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2512753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</p:grpSp>
                        </p:grpSp>
                        <p:cxnSp>
                          <p:nvCxnSpPr>
                            <p:cNvPr id="37" name="Straight Arrow Connector 36">
                              <a:extLst>
                                <a:ext uri="{FF2B5EF4-FFF2-40B4-BE49-F238E27FC236}">
                                  <a16:creationId xmlns:a16="http://schemas.microsoft.com/office/drawing/2014/main" id="{24258920-C038-F6AD-43DB-EAD28B30F459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1810985" y="1263508"/>
                              <a:ext cx="0" cy="401606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38" name="TextBox 37">
                              <a:extLst>
                                <a:ext uri="{FF2B5EF4-FFF2-40B4-BE49-F238E27FC236}">
                                  <a16:creationId xmlns:a16="http://schemas.microsoft.com/office/drawing/2014/main" id="{7635F99D-7B4E-78F2-84EB-27AA474D222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430940" y="1229192"/>
                              <a:ext cx="485769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µ1</a:t>
                              </a:r>
                            </a:p>
                          </p:txBody>
                        </p:sp>
                        <p:cxnSp>
                          <p:nvCxnSpPr>
                            <p:cNvPr id="39" name="Straight Arrow Connector 38">
                              <a:extLst>
                                <a:ext uri="{FF2B5EF4-FFF2-40B4-BE49-F238E27FC236}">
                                  <a16:creationId xmlns:a16="http://schemas.microsoft.com/office/drawing/2014/main" id="{095CD177-8DB6-6522-AD68-6DD778F9764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2092960" y="1263508"/>
                              <a:ext cx="391160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40" name="TextBox 39">
                              <a:extLst>
                                <a:ext uri="{FF2B5EF4-FFF2-40B4-BE49-F238E27FC236}">
                                  <a16:creationId xmlns:a16="http://schemas.microsoft.com/office/drawing/2014/main" id="{BF051397-AE3D-D60D-5133-02501D58611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121036" y="1209626"/>
                              <a:ext cx="333023" cy="3823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1</a:t>
                              </a:r>
                            </a:p>
                          </p:txBody>
                        </p:sp>
                      </p:grpSp>
                      <p:cxnSp>
                        <p:nvCxnSpPr>
                          <p:cNvPr id="34" name="Straight Arrow Connector 33">
                            <a:extLst>
                              <a:ext uri="{FF2B5EF4-FFF2-40B4-BE49-F238E27FC236}">
                                <a16:creationId xmlns:a16="http://schemas.microsoft.com/office/drawing/2014/main" id="{DC17C6B5-C6D8-D5B3-0DE5-66B2923790AF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3659119" y="2698328"/>
                            <a:ext cx="374401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35" name="TextBox 34">
                            <a:extLst>
                              <a:ext uri="{FF2B5EF4-FFF2-40B4-BE49-F238E27FC236}">
                                <a16:creationId xmlns:a16="http://schemas.microsoft.com/office/drawing/2014/main" id="{B3FD4AF1-8D27-F3F0-AA37-4C2171E429DB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700497" y="2343472"/>
                            <a:ext cx="333023" cy="3823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i</a:t>
                            </a:r>
                            <a:r>
                              <a:rPr lang="en-US" baseline="-25000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2</a:t>
                            </a:r>
                          </a:p>
                        </p:txBody>
                      </p:sp>
                    </p:grpSp>
                    <p:sp>
                      <p:nvSpPr>
                        <p:cNvPr id="31" name="Oval 30">
                          <a:extLst>
                            <a:ext uri="{FF2B5EF4-FFF2-40B4-BE49-F238E27FC236}">
                              <a16:creationId xmlns:a16="http://schemas.microsoft.com/office/drawing/2014/main" id="{B02DB9B4-02B4-AFB5-FEB1-0AEF15A1D34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1536744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2" name="Oval 31">
                          <a:extLst>
                            <a:ext uri="{FF2B5EF4-FFF2-40B4-BE49-F238E27FC236}">
                              <a16:creationId xmlns:a16="http://schemas.microsoft.com/office/drawing/2014/main" id="{FE36F123-C315-0B27-9EFE-D7F37AED02F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3160957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38E38B21-80E0-EBA4-6902-67276E6035A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5080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C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1E48CA38-6E73-EE4F-853D-ED9ED0EDBA3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23424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R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</p:grp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5FDD33D5-5179-B25F-33A9-27A5382B0384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1595807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DBE38C4E-F445-EC51-F40C-BD4307892976}"/>
                      </a:ext>
                    </a:extLst>
                  </p:cNvPr>
                  <p:cNvSpPr txBox="1"/>
                  <p:nvPr/>
                </p:nvSpPr>
                <p:spPr>
                  <a:xfrm>
                    <a:off x="9553942" y="2192923"/>
                    <a:ext cx="61772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V</a:t>
                    </a:r>
                    <a:r>
                      <a:rPr lang="en-US" baseline="-25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OUT</a:t>
                    </a:r>
                  </a:p>
                </p:txBody>
              </p:sp>
              <p:sp>
                <p:nvSpPr>
                  <p:cNvPr id="23" name="Plus Sign 22">
                    <a:extLst>
                      <a:ext uri="{FF2B5EF4-FFF2-40B4-BE49-F238E27FC236}">
                        <a16:creationId xmlns:a16="http://schemas.microsoft.com/office/drawing/2014/main" id="{07C0A1CF-B554-FE08-1F76-6F9F7F82E690}"/>
                      </a:ext>
                    </a:extLst>
                  </p:cNvPr>
                  <p:cNvSpPr/>
                  <p:nvPr/>
                </p:nvSpPr>
                <p:spPr>
                  <a:xfrm>
                    <a:off x="9726251" y="1693568"/>
                    <a:ext cx="243840" cy="243840"/>
                  </a:xfrm>
                  <a:prstGeom prst="mathPl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Minus Sign 23">
                    <a:extLst>
                      <a:ext uri="{FF2B5EF4-FFF2-40B4-BE49-F238E27FC236}">
                        <a16:creationId xmlns:a16="http://schemas.microsoft.com/office/drawing/2014/main" id="{659E23A8-4F67-96EB-FD93-6057664A2FE7}"/>
                      </a:ext>
                    </a:extLst>
                  </p:cNvPr>
                  <p:cNvSpPr/>
                  <p:nvPr/>
                </p:nvSpPr>
                <p:spPr>
                  <a:xfrm>
                    <a:off x="9714553" y="2895644"/>
                    <a:ext cx="243840" cy="243840"/>
                  </a:xfrm>
                  <a:prstGeom prst="mathMin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15BC3CA0-3FA6-E012-8A0A-F62FFCF25FA8}"/>
                    </a:ext>
                  </a:extLst>
                </p:cNvPr>
                <p:cNvSpPr/>
                <p:nvPr/>
              </p:nvSpPr>
              <p:spPr>
                <a:xfrm>
                  <a:off x="9793048" y="1540773"/>
                  <a:ext cx="110068" cy="1100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D7F2BE4B-0E40-9CEB-AC82-09FCAD3EEA88}"/>
                    </a:ext>
                  </a:extLst>
                </p:cNvPr>
                <p:cNvGrpSpPr/>
                <p:nvPr/>
              </p:nvGrpSpPr>
              <p:grpSpPr>
                <a:xfrm>
                  <a:off x="8842182" y="3164986"/>
                  <a:ext cx="1060934" cy="110068"/>
                  <a:chOff x="8842182" y="3164986"/>
                  <a:chExt cx="1060934" cy="110068"/>
                </a:xfrm>
              </p:grpSpPr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1EB79A03-7811-773B-F79B-65A363C42577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3215991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4D481C79-DA90-BC8D-E6ED-D0BFAF87686C}"/>
                      </a:ext>
                    </a:extLst>
                  </p:cNvPr>
                  <p:cNvSpPr/>
                  <p:nvPr/>
                </p:nvSpPr>
                <p:spPr>
                  <a:xfrm>
                    <a:off x="9793048" y="3164986"/>
                    <a:ext cx="110068" cy="110068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049A6EB-5620-05B3-7244-A1F975F8B062}"/>
                  </a:ext>
                </a:extLst>
              </p:cNvPr>
              <p:cNvSpPr/>
              <p:nvPr/>
            </p:nvSpPr>
            <p:spPr>
              <a:xfrm>
                <a:off x="2798765" y="4405490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23E369F-2815-68CB-B972-09ACE37D98B5}"/>
                  </a:ext>
                </a:extLst>
              </p:cNvPr>
              <p:cNvSpPr/>
              <p:nvPr/>
            </p:nvSpPr>
            <p:spPr>
              <a:xfrm>
                <a:off x="2798765" y="3772396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6C43449-B805-A5B3-D9B2-D0A740E3E205}"/>
                  </a:ext>
                </a:extLst>
              </p:cNvPr>
              <p:cNvCxnSpPr>
                <a:cxnSpLocks/>
                <a:stCxn id="12" idx="0"/>
              </p:cNvCxnSpPr>
              <p:nvPr/>
            </p:nvCxnSpPr>
            <p:spPr>
              <a:xfrm flipH="1" flipV="1">
                <a:off x="2447925" y="3911600"/>
                <a:ext cx="405874" cy="49389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B0851C-CF63-EFA4-5D19-80CA649A1080}"/>
                </a:ext>
              </a:extLst>
            </p:cNvPr>
            <p:cNvSpPr txBox="1"/>
            <p:nvPr/>
          </p:nvSpPr>
          <p:spPr>
            <a:xfrm>
              <a:off x="7842397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AD87FF9-F6DC-58F4-8CB3-0B9EB2E32DCE}"/>
                </a:ext>
              </a:extLst>
            </p:cNvPr>
            <p:cNvCxnSpPr>
              <a:cxnSpLocks/>
            </p:cNvCxnSpPr>
            <p:nvPr/>
          </p:nvCxnSpPr>
          <p:spPr>
            <a:xfrm>
              <a:off x="7841702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F4B543-4D49-BC6F-B956-A11B7A7E3C28}"/>
                </a:ext>
              </a:extLst>
            </p:cNvPr>
            <p:cNvSpPr txBox="1"/>
            <p:nvPr/>
          </p:nvSpPr>
          <p:spPr>
            <a:xfrm>
              <a:off x="8808732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4AF9CA3-9C34-EE29-3438-770919635B3B}"/>
                </a:ext>
              </a:extLst>
            </p:cNvPr>
            <p:cNvCxnSpPr>
              <a:cxnSpLocks/>
            </p:cNvCxnSpPr>
            <p:nvPr/>
          </p:nvCxnSpPr>
          <p:spPr>
            <a:xfrm>
              <a:off x="8740046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4243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A502F-8278-9CDE-E5BB-A32E1A4B2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4">
            <a:extLst>
              <a:ext uri="{FF2B5EF4-FFF2-40B4-BE49-F238E27FC236}">
                <a16:creationId xmlns:a16="http://schemas.microsoft.com/office/drawing/2014/main" id="{FCDEE557-94A7-83BF-BE2C-4CBC1139A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Stage Average Modeling (CCM)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F3AE35-1E36-5365-45EF-B1C7F685B6E8}"/>
              </a:ext>
            </a:extLst>
          </p:cNvPr>
          <p:cNvSpPr txBox="1"/>
          <p:nvPr/>
        </p:nvSpPr>
        <p:spPr>
          <a:xfrm>
            <a:off x="103563" y="1007964"/>
            <a:ext cx="349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Magnetizing Inductor Current: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55E3188-8037-3971-0F17-13C8C47B2FB9}"/>
              </a:ext>
            </a:extLst>
          </p:cNvPr>
          <p:cNvGrpSpPr/>
          <p:nvPr/>
        </p:nvGrpSpPr>
        <p:grpSpPr>
          <a:xfrm>
            <a:off x="348405" y="1560366"/>
            <a:ext cx="2887342" cy="2676888"/>
            <a:chOff x="8948895" y="3938884"/>
            <a:chExt cx="2887342" cy="267688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078F8B5-EFAD-CAF1-9095-FB158AF446AF}"/>
                </a:ext>
              </a:extLst>
            </p:cNvPr>
            <p:cNvGrpSpPr/>
            <p:nvPr/>
          </p:nvGrpSpPr>
          <p:grpSpPr>
            <a:xfrm>
              <a:off x="9301919" y="4626211"/>
              <a:ext cx="2338157" cy="1989561"/>
              <a:chOff x="3160923" y="3052234"/>
              <a:chExt cx="2338157" cy="1989561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26914020-78FD-98E9-71EB-74CB55A7FD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53C1756A-6C74-5068-B5C2-9E5CC8D16F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4096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87A88A5-81AA-18E7-BA12-0FED76F154D1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1989561"/>
                <a:chOff x="3160923" y="3052234"/>
                <a:chExt cx="2338157" cy="1989561"/>
              </a:xfrm>
            </p:grpSpPr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6F8E2C2D-48D8-003D-0074-62C03EFAD4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2EC37002-BCCE-B9CA-2BF8-9908F962AE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EDDAAFA6-77C7-CFB9-E494-5D7BC468E1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6684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A0A2B39-E670-E44C-16DA-FC05EC3BA6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321111"/>
                  <a:ext cx="0" cy="14673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87A55D96-D1E7-70C2-7848-6E451A6A90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3007DDA2-230E-C131-DFA1-3550EA0282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BD9CF4B6-5585-C547-3C5C-F12046DEEE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l="-200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4E1535D5-6A32-0AF6-0D2E-8EFEAFE966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A8384A5C-FC1F-8F55-6B0F-B26CE85EEDE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l="-20513" r="-7692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8B4BD9-6FEE-BA0F-1DD7-DCF1554276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6839" y="4673470"/>
              <a:ext cx="1071879" cy="68275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A97BA9F-5C6C-B0A1-6130-C496488128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6889" y="4673470"/>
              <a:ext cx="859888" cy="24162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8B13909-D40A-EAFD-2187-14944612451C}"/>
                    </a:ext>
                  </a:extLst>
                </p:cNvPr>
                <p:cNvSpPr txBox="1"/>
                <p:nvPr/>
              </p:nvSpPr>
              <p:spPr>
                <a:xfrm flipH="1">
                  <a:off x="9404880" y="4665642"/>
                  <a:ext cx="295111" cy="403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39164022-32B3-1872-05A8-33BAFBAB66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404880" y="4665642"/>
                  <a:ext cx="295111" cy="403638"/>
                </a:xfrm>
                <a:prstGeom prst="rect">
                  <a:avLst/>
                </a:prstGeom>
                <a:blipFill>
                  <a:blip r:embed="rId23"/>
                  <a:stretch>
                    <a:fillRect l="-8163" t="-1493" r="-2041" b="-74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A9A3ECA-DCA6-64AD-C5BA-234B82DD62AA}"/>
                </a:ext>
              </a:extLst>
            </p:cNvPr>
            <p:cNvCxnSpPr>
              <a:cxnSpLocks/>
            </p:cNvCxnSpPr>
            <p:nvPr/>
          </p:nvCxnSpPr>
          <p:spPr>
            <a:xfrm>
              <a:off x="9628961" y="5164563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CDAE52B-37DC-8DAE-67EF-BE31E7F81D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79750" y="5014847"/>
              <a:ext cx="0" cy="149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1FD120-648D-0348-1FC9-7B69888768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48135" y="4657996"/>
              <a:ext cx="441166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2BE3260-AD83-541F-7EFA-821042083C64}"/>
                </a:ext>
              </a:extLst>
            </p:cNvPr>
            <p:cNvCxnSpPr>
              <a:cxnSpLocks/>
            </p:cNvCxnSpPr>
            <p:nvPr/>
          </p:nvCxnSpPr>
          <p:spPr>
            <a:xfrm>
              <a:off x="10733914" y="4882464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F57B647-F099-9BBE-6B3B-664C71B012CC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10367405" y="4337711"/>
              <a:ext cx="0" cy="2570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5236837-8C4A-27B1-BD91-0341926BB1A4}"/>
                    </a:ext>
                  </a:extLst>
                </p:cNvPr>
                <p:cNvSpPr txBox="1"/>
                <p:nvPr/>
              </p:nvSpPr>
              <p:spPr>
                <a:xfrm flipH="1">
                  <a:off x="9628961" y="3938884"/>
                  <a:ext cx="1476888" cy="3988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𝒑𝒌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5236837-8C4A-27B1-BD91-0341926BB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628961" y="3938884"/>
                  <a:ext cx="1476888" cy="398827"/>
                </a:xfrm>
                <a:prstGeom prst="rect">
                  <a:avLst/>
                </a:prstGeom>
                <a:blipFill>
                  <a:blip r:embed="rId24"/>
                  <a:stretch>
                    <a:fillRect t="-3077" b="-1076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0C070C-84F2-87F6-F8E9-8071F9CA3864}"/>
                </a:ext>
              </a:extLst>
            </p:cNvPr>
            <p:cNvCxnSpPr>
              <a:cxnSpLocks/>
            </p:cNvCxnSpPr>
            <p:nvPr/>
          </p:nvCxnSpPr>
          <p:spPr>
            <a:xfrm>
              <a:off x="9296839" y="5356225"/>
              <a:ext cx="1923611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A76876-3A51-28E7-A3CF-FB87B49D99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33914" y="4794280"/>
              <a:ext cx="0" cy="947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2868CD8-E565-F9C5-294A-144BA99F90DA}"/>
                    </a:ext>
                  </a:extLst>
                </p:cNvPr>
                <p:cNvSpPr txBox="1"/>
                <p:nvPr/>
              </p:nvSpPr>
              <p:spPr>
                <a:xfrm>
                  <a:off x="8948895" y="4594805"/>
                  <a:ext cx="222183" cy="2771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B398AF9E-C617-FFC2-19EA-7C5E0CA1F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8895" y="4594805"/>
                  <a:ext cx="222183" cy="277127"/>
                </a:xfrm>
                <a:prstGeom prst="rect">
                  <a:avLst/>
                </a:prstGeom>
                <a:blipFill>
                  <a:blip r:embed="rId25"/>
                  <a:stretch>
                    <a:fillRect l="-29730" r="-32432" b="-1777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C57B53A-CB47-0105-8EBE-7999D7449CB5}"/>
                    </a:ext>
                  </a:extLst>
                </p:cNvPr>
                <p:cNvSpPr txBox="1"/>
                <p:nvPr/>
              </p:nvSpPr>
              <p:spPr>
                <a:xfrm flipH="1">
                  <a:off x="9055441" y="5263892"/>
                  <a:ext cx="241398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95384A79-E6BA-79F0-69C5-1A15D9EE2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055441" y="5263892"/>
                  <a:ext cx="241398" cy="184666"/>
                </a:xfrm>
                <a:prstGeom prst="rect">
                  <a:avLst/>
                </a:prstGeom>
                <a:blipFill>
                  <a:blip r:embed="rId26"/>
                  <a:stretch>
                    <a:fillRect l="-2564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13549CF-8217-D3E4-96AA-599B682EB4D2}"/>
                    </a:ext>
                  </a:extLst>
                </p:cNvPr>
                <p:cNvSpPr txBox="1"/>
                <p:nvPr/>
              </p:nvSpPr>
              <p:spPr>
                <a:xfrm flipH="1">
                  <a:off x="10896318" y="4390926"/>
                  <a:ext cx="939919" cy="4159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𝑶𝑼𝑻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13549CF-8217-D3E4-96AA-599B682EB4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896318" y="4390926"/>
                  <a:ext cx="939919" cy="415948"/>
                </a:xfrm>
                <a:prstGeom prst="rect">
                  <a:avLst/>
                </a:prstGeom>
                <a:blipFill>
                  <a:blip r:embed="rId27"/>
                  <a:stretch>
                    <a:fillRect l="-3247" t="-4412" r="-9740" b="-735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CAA94D1-4A57-DE2F-55D5-CC35727F40EB}"/>
              </a:ext>
            </a:extLst>
          </p:cNvPr>
          <p:cNvCxnSpPr>
            <a:cxnSpLocks/>
          </p:cNvCxnSpPr>
          <p:nvPr/>
        </p:nvCxnSpPr>
        <p:spPr>
          <a:xfrm>
            <a:off x="724410" y="3769902"/>
            <a:ext cx="186434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7A07937-1BE4-E1CF-92CB-1A4DBF8EE0DF}"/>
                  </a:ext>
                </a:extLst>
              </p:cNvPr>
              <p:cNvSpPr txBox="1"/>
              <p:nvPr/>
            </p:nvSpPr>
            <p:spPr>
              <a:xfrm>
                <a:off x="1605184" y="3690132"/>
                <a:ext cx="24756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7A07937-1BE4-E1CF-92CB-1A4DBF8EE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184" y="3690132"/>
                <a:ext cx="247567" cy="276999"/>
              </a:xfrm>
              <a:prstGeom prst="rect">
                <a:avLst/>
              </a:prstGeom>
              <a:blipFill>
                <a:blip r:embed="rId28"/>
                <a:stretch>
                  <a:fillRect l="-21951" r="-243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148C0E81-3F12-9A9D-6BF4-568540679788}"/>
              </a:ext>
            </a:extLst>
          </p:cNvPr>
          <p:cNvSpPr/>
          <p:nvPr/>
        </p:nvSpPr>
        <p:spPr>
          <a:xfrm>
            <a:off x="590550" y="2745565"/>
            <a:ext cx="2457450" cy="400859"/>
          </a:xfrm>
          <a:custGeom>
            <a:avLst/>
            <a:gdLst>
              <a:gd name="csX0" fmla="*/ 0 w 2457450"/>
              <a:gd name="csY0" fmla="*/ 425450 h 425450"/>
              <a:gd name="csX1" fmla="*/ 1089025 w 2457450"/>
              <a:gd name="csY1" fmla="*/ 136525 h 425450"/>
              <a:gd name="csX2" fmla="*/ 2457450 w 2457450"/>
              <a:gd name="csY2" fmla="*/ 0 h 425450"/>
              <a:gd name="csX3" fmla="*/ 2457450 w 2457450"/>
              <a:gd name="csY3" fmla="*/ 0 h 425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57450" h="425450">
                <a:moveTo>
                  <a:pt x="0" y="425450"/>
                </a:moveTo>
                <a:cubicBezTo>
                  <a:pt x="339725" y="316441"/>
                  <a:pt x="679450" y="207433"/>
                  <a:pt x="1089025" y="136525"/>
                </a:cubicBezTo>
                <a:cubicBezTo>
                  <a:pt x="1498600" y="65617"/>
                  <a:pt x="2457450" y="0"/>
                  <a:pt x="2457450" y="0"/>
                </a:cubicBezTo>
                <a:lnTo>
                  <a:pt x="2457450" y="0"/>
                </a:ln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9F09962-1B44-033F-4F5F-804C8B3387AE}"/>
                  </a:ext>
                </a:extLst>
              </p:cNvPr>
              <p:cNvSpPr txBox="1"/>
              <p:nvPr/>
            </p:nvSpPr>
            <p:spPr>
              <a:xfrm flipH="1">
                <a:off x="2996404" y="2640507"/>
                <a:ext cx="468389" cy="2129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9F09962-1B44-033F-4F5F-804C8B338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96404" y="2640507"/>
                <a:ext cx="468389" cy="212943"/>
              </a:xfrm>
              <a:prstGeom prst="rect">
                <a:avLst/>
              </a:prstGeom>
              <a:blipFill>
                <a:blip r:embed="rId29"/>
                <a:stretch>
                  <a:fillRect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7387B061-63D2-9687-BD61-F1E4E6C1AA90}"/>
              </a:ext>
            </a:extLst>
          </p:cNvPr>
          <p:cNvGrpSpPr/>
          <p:nvPr/>
        </p:nvGrpSpPr>
        <p:grpSpPr>
          <a:xfrm>
            <a:off x="3926426" y="2237227"/>
            <a:ext cx="2637120" cy="2010492"/>
            <a:chOff x="8997876" y="4534521"/>
            <a:chExt cx="2637120" cy="2010492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295995E-9823-104E-46EA-D5BC262BCAF6}"/>
                </a:ext>
              </a:extLst>
            </p:cNvPr>
            <p:cNvGrpSpPr/>
            <p:nvPr/>
          </p:nvGrpSpPr>
          <p:grpSpPr>
            <a:xfrm>
              <a:off x="9296839" y="4539577"/>
              <a:ext cx="2338157" cy="2005436"/>
              <a:chOff x="3160923" y="3052234"/>
              <a:chExt cx="2338157" cy="2005436"/>
            </a:xfrm>
          </p:grpSpPr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C6AE6A9-66FD-0827-64CE-41A4767181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6334" y="4220633"/>
                <a:ext cx="8019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9C5D2581-E48D-2E39-CC6F-32E5791940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0762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2E60ED57-2BC1-499E-645A-A8CE4886C8C4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88" name="Straight Arrow Connector 87">
                  <a:extLst>
                    <a:ext uri="{FF2B5EF4-FFF2-40B4-BE49-F238E27FC236}">
                      <a16:creationId xmlns:a16="http://schemas.microsoft.com/office/drawing/2014/main" id="{ACC672AB-F91A-1BAC-E04A-FC900D4B98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>
                  <a:extLst>
                    <a:ext uri="{FF2B5EF4-FFF2-40B4-BE49-F238E27FC236}">
                      <a16:creationId xmlns:a16="http://schemas.microsoft.com/office/drawing/2014/main" id="{09EBC585-A714-4784-0488-E72C6A63B6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6813C34F-FC59-8F32-541E-EFC2B429E4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9C572759-852E-8FFD-3453-B286946D0F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2" name="TextBox 91">
                      <a:extLst>
                        <a:ext uri="{FF2B5EF4-FFF2-40B4-BE49-F238E27FC236}">
                          <a16:creationId xmlns:a16="http://schemas.microsoft.com/office/drawing/2014/main" id="{1E53C1C7-4EAB-9E8D-5AB3-7DC92AC962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3" name="TextBox 92">
                      <a:extLst>
                        <a:ext uri="{FF2B5EF4-FFF2-40B4-BE49-F238E27FC236}">
                          <a16:creationId xmlns:a16="http://schemas.microsoft.com/office/drawing/2014/main" id="{FAFCBB91-E1BE-E7C5-C68E-7B6C7BBE37A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E6186558-01C4-1A09-CAAB-756B1D1161A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00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F547206C-AEC5-F090-57F0-6B5B646F81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C644C929-AA76-C34F-59AE-30ADFD30688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20513" r="-7692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C9C8F998-061F-60AF-138E-F7A54C0AB5B3}"/>
                    </a:ext>
                  </a:extLst>
                </p:cNvPr>
                <p:cNvSpPr txBox="1"/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8CD8948-377E-BE91-F958-01BFAC800B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blipFill>
                  <a:blip r:embed="rId13"/>
                  <a:stretch>
                    <a:fillRect l="-30556" r="-22222" b="-146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DE4943F-36DF-5F6A-9968-673C3F679D0F}"/>
                </a:ext>
              </a:extLst>
            </p:cNvPr>
            <p:cNvCxnSpPr>
              <a:cxnSpLocks/>
            </p:cNvCxnSpPr>
            <p:nvPr/>
          </p:nvCxnSpPr>
          <p:spPr>
            <a:xfrm>
              <a:off x="9286293" y="4904120"/>
              <a:ext cx="1085411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108FCE3-3DFB-47AA-AB9E-2C8ACB7DA0A8}"/>
                </a:ext>
              </a:extLst>
            </p:cNvPr>
            <p:cNvCxnSpPr>
              <a:cxnSpLocks/>
            </p:cNvCxnSpPr>
            <p:nvPr/>
          </p:nvCxnSpPr>
          <p:spPr>
            <a:xfrm>
              <a:off x="10355266" y="4904120"/>
              <a:ext cx="0" cy="107287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EB7E632-F3E4-84A5-F806-9A332D20A7FB}"/>
                </a:ext>
              </a:extLst>
            </p:cNvPr>
            <p:cNvCxnSpPr>
              <a:cxnSpLocks/>
            </p:cNvCxnSpPr>
            <p:nvPr/>
          </p:nvCxnSpPr>
          <p:spPr>
            <a:xfrm>
              <a:off x="10349567" y="5950143"/>
              <a:ext cx="867282" cy="881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1FA4BF5-102F-4D2B-585C-8A45CB10EC2A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572" y="4903312"/>
              <a:ext cx="0" cy="1163884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440509B-971F-8A0A-6B82-6C956066EDE9}"/>
                </a:ext>
              </a:extLst>
            </p:cNvPr>
            <p:cNvCxnSpPr>
              <a:cxnSpLocks/>
            </p:cNvCxnSpPr>
            <p:nvPr/>
          </p:nvCxnSpPr>
          <p:spPr>
            <a:xfrm>
              <a:off x="11184166" y="4903312"/>
              <a:ext cx="340497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159914F-2B29-CF5B-9D0B-13A43F4C303A}"/>
                    </a:ext>
                  </a:extLst>
                </p:cNvPr>
                <p:cNvSpPr txBox="1"/>
                <p:nvPr/>
              </p:nvSpPr>
              <p:spPr>
                <a:xfrm>
                  <a:off x="9588346" y="4623374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159914F-2B29-CF5B-9D0B-13A43F4C3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8346" y="4623374"/>
                  <a:ext cx="436853" cy="184666"/>
                </a:xfrm>
                <a:prstGeom prst="rect">
                  <a:avLst/>
                </a:prstGeom>
                <a:blipFill>
                  <a:blip r:embed="rId30"/>
                  <a:stretch>
                    <a:fillRect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1C3FE8E-1922-7F71-519B-5EF1A8E489F1}"/>
                    </a:ext>
                  </a:extLst>
                </p:cNvPr>
                <p:cNvSpPr txBox="1"/>
                <p:nvPr/>
              </p:nvSpPr>
              <p:spPr>
                <a:xfrm>
                  <a:off x="10282569" y="6124068"/>
                  <a:ext cx="939979" cy="3516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7B8E19B0-9700-553E-DA4F-26F87C99B6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2569" y="6124068"/>
                  <a:ext cx="939979" cy="351699"/>
                </a:xfrm>
                <a:prstGeom prst="rect">
                  <a:avLst/>
                </a:prstGeom>
                <a:blipFill>
                  <a:blip r:embed="rId15"/>
                  <a:stretch>
                    <a:fillRect l="-1948" t="-5172" r="-6494" b="-103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068B7EFC-2D95-8C3F-48F4-9915306D4F07}"/>
              </a:ext>
            </a:extLst>
          </p:cNvPr>
          <p:cNvSpPr/>
          <p:nvPr/>
        </p:nvSpPr>
        <p:spPr>
          <a:xfrm>
            <a:off x="4233309" y="2754781"/>
            <a:ext cx="2457450" cy="400859"/>
          </a:xfrm>
          <a:custGeom>
            <a:avLst/>
            <a:gdLst>
              <a:gd name="csX0" fmla="*/ 0 w 2457450"/>
              <a:gd name="csY0" fmla="*/ 425450 h 425450"/>
              <a:gd name="csX1" fmla="*/ 1089025 w 2457450"/>
              <a:gd name="csY1" fmla="*/ 136525 h 425450"/>
              <a:gd name="csX2" fmla="*/ 2457450 w 2457450"/>
              <a:gd name="csY2" fmla="*/ 0 h 425450"/>
              <a:gd name="csX3" fmla="*/ 2457450 w 2457450"/>
              <a:gd name="csY3" fmla="*/ 0 h 425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57450" h="425450">
                <a:moveTo>
                  <a:pt x="0" y="425450"/>
                </a:moveTo>
                <a:cubicBezTo>
                  <a:pt x="339725" y="316441"/>
                  <a:pt x="679450" y="207433"/>
                  <a:pt x="1089025" y="136525"/>
                </a:cubicBezTo>
                <a:cubicBezTo>
                  <a:pt x="1498600" y="65617"/>
                  <a:pt x="2457450" y="0"/>
                  <a:pt x="2457450" y="0"/>
                </a:cubicBezTo>
                <a:lnTo>
                  <a:pt x="2457450" y="0"/>
                </a:ln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7386D4A-2B2B-B10B-10EA-0B5DCA02D450}"/>
                  </a:ext>
                </a:extLst>
              </p:cNvPr>
              <p:cNvSpPr txBox="1"/>
              <p:nvPr/>
            </p:nvSpPr>
            <p:spPr>
              <a:xfrm flipH="1">
                <a:off x="6177923" y="2822803"/>
                <a:ext cx="468389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7386D4A-2B2B-B10B-10EA-0B5DCA02D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77923" y="2822803"/>
                <a:ext cx="468389" cy="184666"/>
              </a:xfrm>
              <a:prstGeom prst="rect">
                <a:avLst/>
              </a:prstGeom>
              <a:blipFill>
                <a:blip r:embed="rId31"/>
                <a:stretch>
                  <a:fillRect b="-1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289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</TotalTime>
  <Words>1710</Words>
  <Application>Microsoft Office PowerPoint</Application>
  <PresentationFormat>Widescreen</PresentationFormat>
  <Paragraphs>566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 Math</vt:lpstr>
      <vt:lpstr>Office Theme</vt:lpstr>
      <vt:lpstr>Power Electronics Notes</vt:lpstr>
      <vt:lpstr>Ideal Transformers with Multiple Windings</vt:lpstr>
      <vt:lpstr>Ideal Transformers with Multiple Windings</vt:lpstr>
      <vt:lpstr>Ideal Transformers with Multiple Windings</vt:lpstr>
      <vt:lpstr>Transformer Circuit Model with Finite Core Permeability µC </vt:lpstr>
      <vt:lpstr>Flyback Converter</vt:lpstr>
      <vt:lpstr>Basic Flyback Converter</vt:lpstr>
      <vt:lpstr>Basic Flyback Converter at Periodic Steady-State: Continuous Conduction Mode (CCM)</vt:lpstr>
      <vt:lpstr>Basic Flyback Converter at Periodic Steady-State: Continuous Conduction Mode (CCM)</vt:lpstr>
      <vt:lpstr>Energy Balance for Magnetizing Inductance at Periodic Steady-State (CCM)</vt:lpstr>
      <vt:lpstr>Output Capacitor Charge Balance at Periodic Steady-State (CCM)</vt:lpstr>
      <vt:lpstr>Output Voltage at Periodic Steady-State (CCM)</vt:lpstr>
      <vt:lpstr>Basic Flyback Converter at Periodic Steady-State: Discontinuous Conduction Mode (DCM)</vt:lpstr>
      <vt:lpstr>Basic Flyback Converter at Periodic Steady-State: Discontinuous Conduction Mode (DCM)</vt:lpstr>
      <vt:lpstr>Energy Balance for Magnetizing Inductance at Periodic Steady-State (DCM)</vt:lpstr>
      <vt:lpstr>Output Capacitor Charge Balance at Periodic Steady-State (DCM)</vt:lpstr>
      <vt:lpstr>Output Voltage at Periodic Steady-State (DCM)</vt:lpstr>
      <vt:lpstr>Power Stage Average Modeling (DCM)</vt:lpstr>
      <vt:lpstr>PowerPoint Presentation</vt:lpstr>
      <vt:lpstr>Power Stage Average Modeling (CCM)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Vien Vu</dc:creator>
  <cp:lastModifiedBy>Vien Vu</cp:lastModifiedBy>
  <cp:revision>143</cp:revision>
  <dcterms:created xsi:type="dcterms:W3CDTF">2026-01-31T21:44:57Z</dcterms:created>
  <dcterms:modified xsi:type="dcterms:W3CDTF">2026-06-01T06:32:00Z</dcterms:modified>
</cp:coreProperties>
</file>